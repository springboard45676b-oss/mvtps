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18" r:id="rId4"/>
  </p:sldMasterIdLst>
  <p:notesMasterIdLst>
    <p:notesMasterId r:id="rId15"/>
  </p:notesMasterIdLst>
  <p:handoutMasterIdLst>
    <p:handoutMasterId r:id="rId16"/>
  </p:handoutMasterIdLst>
  <p:sldIdLst>
    <p:sldId id="329" r:id="rId5"/>
    <p:sldId id="330" r:id="rId6"/>
    <p:sldId id="339" r:id="rId7"/>
    <p:sldId id="342" r:id="rId8"/>
    <p:sldId id="341" r:id="rId9"/>
    <p:sldId id="345" r:id="rId10"/>
    <p:sldId id="346" r:id="rId11"/>
    <p:sldId id="348" r:id="rId12"/>
    <p:sldId id="349" r:id="rId13"/>
    <p:sldId id="34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932AF-A746-41C0-8A32-8DD0BAC4BBA3}" v="25" dt="2025-06-10T06:44:46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5316" autoAdjust="0"/>
  </p:normalViewPr>
  <p:slideViewPr>
    <p:cSldViewPr snapToGrid="0">
      <p:cViewPr varScale="1">
        <p:scale>
          <a:sx n="82" d="100"/>
          <a:sy n="82" d="100"/>
        </p:scale>
        <p:origin x="53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mmenenwarakhila@outlook.com" userId="d2b44fc83a330479" providerId="LiveId" clId="{5A4932AF-A746-41C0-8A32-8DD0BAC4BBA3}"/>
    <pc:docChg chg="undo custSel addSld delSld modSld sldOrd modMainMaster">
      <pc:chgData name="thammenenwarakhila@outlook.com" userId="d2b44fc83a330479" providerId="LiveId" clId="{5A4932AF-A746-41C0-8A32-8DD0BAC4BBA3}" dt="2025-06-10T06:44:30.512" v="350" actId="14100"/>
      <pc:docMkLst>
        <pc:docMk/>
      </pc:docMkLst>
      <pc:sldChg chg="modSp mod">
        <pc:chgData name="thammenenwarakhila@outlook.com" userId="d2b44fc83a330479" providerId="LiveId" clId="{5A4932AF-A746-41C0-8A32-8DD0BAC4BBA3}" dt="2025-06-10T06:12:01.744" v="93" actId="113"/>
        <pc:sldMkLst>
          <pc:docMk/>
          <pc:sldMk cId="1499560737" sldId="329"/>
        </pc:sldMkLst>
        <pc:spChg chg="mod">
          <ac:chgData name="thammenenwarakhila@outlook.com" userId="d2b44fc83a330479" providerId="LiveId" clId="{5A4932AF-A746-41C0-8A32-8DD0BAC4BBA3}" dt="2025-06-10T06:12:01.744" v="93" actId="113"/>
          <ac:spMkLst>
            <pc:docMk/>
            <pc:sldMk cId="1499560737" sldId="329"/>
            <ac:spMk id="8" creationId="{F62363F5-55BC-FE0F-F310-25F931B4FFBD}"/>
          </ac:spMkLst>
        </pc:spChg>
      </pc:sldChg>
      <pc:sldChg chg="modSp mod">
        <pc:chgData name="thammenenwarakhila@outlook.com" userId="d2b44fc83a330479" providerId="LiveId" clId="{5A4932AF-A746-41C0-8A32-8DD0BAC4BBA3}" dt="2025-06-10T06:11:08.441" v="85" actId="27636"/>
        <pc:sldMkLst>
          <pc:docMk/>
          <pc:sldMk cId="2663399552" sldId="330"/>
        </pc:sldMkLst>
        <pc:spChg chg="mod">
          <ac:chgData name="thammenenwarakhila@outlook.com" userId="d2b44fc83a330479" providerId="LiveId" clId="{5A4932AF-A746-41C0-8A32-8DD0BAC4BBA3}" dt="2025-06-10T05:33:21.674" v="70" actId="14100"/>
          <ac:spMkLst>
            <pc:docMk/>
            <pc:sldMk cId="2663399552" sldId="330"/>
            <ac:spMk id="6" creationId="{764D4F16-2102-40A5-D20B-898DC9997ECF}"/>
          </ac:spMkLst>
        </pc:spChg>
        <pc:spChg chg="mod">
          <ac:chgData name="thammenenwarakhila@outlook.com" userId="d2b44fc83a330479" providerId="LiveId" clId="{5A4932AF-A746-41C0-8A32-8DD0BAC4BBA3}" dt="2025-06-10T05:33:49.921" v="75" actId="1076"/>
          <ac:spMkLst>
            <pc:docMk/>
            <pc:sldMk cId="2663399552" sldId="330"/>
            <ac:spMk id="8" creationId="{E0008D7F-92E8-CDCD-124B-284A5996464C}"/>
          </ac:spMkLst>
        </pc:spChg>
        <pc:spChg chg="mod">
          <ac:chgData name="thammenenwarakhila@outlook.com" userId="d2b44fc83a330479" providerId="LiveId" clId="{5A4932AF-A746-41C0-8A32-8DD0BAC4BBA3}" dt="2025-06-10T06:11:08.441" v="85" actId="27636"/>
          <ac:spMkLst>
            <pc:docMk/>
            <pc:sldMk cId="2663399552" sldId="330"/>
            <ac:spMk id="10" creationId="{4C953E2D-5C96-93C6-EA71-75B475C574D6}"/>
          </ac:spMkLst>
        </pc:spChg>
        <pc:spChg chg="mod">
          <ac:chgData name="thammenenwarakhila@outlook.com" userId="d2b44fc83a330479" providerId="LiveId" clId="{5A4932AF-A746-41C0-8A32-8DD0BAC4BBA3}" dt="2025-06-10T05:33:42.189" v="74" actId="1076"/>
          <ac:spMkLst>
            <pc:docMk/>
            <pc:sldMk cId="2663399552" sldId="330"/>
            <ac:spMk id="12" creationId="{13B335A1-F9A1-1FC2-5332-2EE5CA6D0B85}"/>
          </ac:spMkLst>
        </pc:spChg>
        <pc:spChg chg="mod">
          <ac:chgData name="thammenenwarakhila@outlook.com" userId="d2b44fc83a330479" providerId="LiveId" clId="{5A4932AF-A746-41C0-8A32-8DD0BAC4BBA3}" dt="2025-06-10T05:26:27.196" v="10" actId="1076"/>
          <ac:spMkLst>
            <pc:docMk/>
            <pc:sldMk cId="2663399552" sldId="330"/>
            <ac:spMk id="14" creationId="{86635DE8-8244-CCCD-CC19-8C6FDF75D483}"/>
          </ac:spMkLst>
        </pc:spChg>
      </pc:sldChg>
      <pc:sldChg chg="addSp delSp modSp mod">
        <pc:chgData name="thammenenwarakhila@outlook.com" userId="d2b44fc83a330479" providerId="LiveId" clId="{5A4932AF-A746-41C0-8A32-8DD0BAC4BBA3}" dt="2025-06-10T06:30:11.731" v="212" actId="255"/>
        <pc:sldMkLst>
          <pc:docMk/>
          <pc:sldMk cId="3000633516" sldId="339"/>
        </pc:sldMkLst>
        <pc:spChg chg="mod">
          <ac:chgData name="thammenenwarakhila@outlook.com" userId="d2b44fc83a330479" providerId="LiveId" clId="{5A4932AF-A746-41C0-8A32-8DD0BAC4BBA3}" dt="2025-06-10T06:17:46.845" v="102" actId="404"/>
          <ac:spMkLst>
            <pc:docMk/>
            <pc:sldMk cId="3000633516" sldId="339"/>
            <ac:spMk id="2" creationId="{1EADFA76-2310-DA0D-CB35-F069991A5689}"/>
          </ac:spMkLst>
        </pc:spChg>
        <pc:spChg chg="del mod">
          <ac:chgData name="thammenenwarakhila@outlook.com" userId="d2b44fc83a330479" providerId="LiveId" clId="{5A4932AF-A746-41C0-8A32-8DD0BAC4BBA3}" dt="2025-06-10T06:20:33.953" v="122" actId="21"/>
          <ac:spMkLst>
            <pc:docMk/>
            <pc:sldMk cId="3000633516" sldId="339"/>
            <ac:spMk id="3" creationId="{C3975BF9-4E2E-DF6C-23C0-3EEBD67402A5}"/>
          </ac:spMkLst>
        </pc:spChg>
        <pc:spChg chg="mod">
          <ac:chgData name="thammenenwarakhila@outlook.com" userId="d2b44fc83a330479" providerId="LiveId" clId="{5A4932AF-A746-41C0-8A32-8DD0BAC4BBA3}" dt="2025-06-10T06:29:54.263" v="209" actId="404"/>
          <ac:spMkLst>
            <pc:docMk/>
            <pc:sldMk cId="3000633516" sldId="339"/>
            <ac:spMk id="5" creationId="{D487DC59-7825-BF41-97FB-4A2CE5A8519E}"/>
          </ac:spMkLst>
        </pc:spChg>
        <pc:spChg chg="add del mod">
          <ac:chgData name="thammenenwarakhila@outlook.com" userId="d2b44fc83a330479" providerId="LiveId" clId="{5A4932AF-A746-41C0-8A32-8DD0BAC4BBA3}" dt="2025-06-10T06:20:38.930" v="123" actId="21"/>
          <ac:spMkLst>
            <pc:docMk/>
            <pc:sldMk cId="3000633516" sldId="339"/>
            <ac:spMk id="6" creationId="{00D72816-BB1E-4A68-0DE8-4EB81A6F6791}"/>
          </ac:spMkLst>
        </pc:spChg>
        <pc:spChg chg="mod">
          <ac:chgData name="thammenenwarakhila@outlook.com" userId="d2b44fc83a330479" providerId="LiveId" clId="{5A4932AF-A746-41C0-8A32-8DD0BAC4BBA3}" dt="2025-06-10T06:30:11.731" v="212" actId="255"/>
          <ac:spMkLst>
            <pc:docMk/>
            <pc:sldMk cId="3000633516" sldId="339"/>
            <ac:spMk id="9" creationId="{B38DC62E-A5B0-0C77-B331-739B70666CEC}"/>
          </ac:spMkLst>
        </pc:spChg>
        <pc:spChg chg="mod">
          <ac:chgData name="thammenenwarakhila@outlook.com" userId="d2b44fc83a330479" providerId="LiveId" clId="{5A4932AF-A746-41C0-8A32-8DD0BAC4BBA3}" dt="2025-06-10T06:25:44.839" v="175" actId="1076"/>
          <ac:spMkLst>
            <pc:docMk/>
            <pc:sldMk cId="3000633516" sldId="339"/>
            <ac:spMk id="10" creationId="{9401E732-99B9-6DCA-ED04-BE068EF97AE8}"/>
          </ac:spMkLst>
        </pc:spChg>
      </pc:sldChg>
      <pc:sldChg chg="addSp delSp modSp mod">
        <pc:chgData name="thammenenwarakhila@outlook.com" userId="d2b44fc83a330479" providerId="LiveId" clId="{5A4932AF-A746-41C0-8A32-8DD0BAC4BBA3}" dt="2025-06-10T06:31:31.445" v="218" actId="403"/>
        <pc:sldMkLst>
          <pc:docMk/>
          <pc:sldMk cId="1447306249" sldId="341"/>
        </pc:sldMkLst>
        <pc:spChg chg="del mod">
          <ac:chgData name="thammenenwarakhila@outlook.com" userId="d2b44fc83a330479" providerId="LiveId" clId="{5A4932AF-A746-41C0-8A32-8DD0BAC4BBA3}" dt="2025-06-10T06:31:06.930" v="213" actId="21"/>
          <ac:spMkLst>
            <pc:docMk/>
            <pc:sldMk cId="1447306249" sldId="341"/>
            <ac:spMk id="2" creationId="{E759AE40-F650-7786-452F-F5C09A9F08E7}"/>
          </ac:spMkLst>
        </pc:spChg>
        <pc:spChg chg="mod">
          <ac:chgData name="thammenenwarakhila@outlook.com" userId="d2b44fc83a330479" providerId="LiveId" clId="{5A4932AF-A746-41C0-8A32-8DD0BAC4BBA3}" dt="2025-06-10T06:31:31.445" v="218" actId="403"/>
          <ac:spMkLst>
            <pc:docMk/>
            <pc:sldMk cId="1447306249" sldId="341"/>
            <ac:spMk id="3" creationId="{CA1019EF-20C3-7069-FC84-40D1B72144A2}"/>
          </ac:spMkLst>
        </pc:spChg>
        <pc:spChg chg="add del mod">
          <ac:chgData name="thammenenwarakhila@outlook.com" userId="d2b44fc83a330479" providerId="LiveId" clId="{5A4932AF-A746-41C0-8A32-8DD0BAC4BBA3}" dt="2025-06-10T06:31:11.573" v="214" actId="21"/>
          <ac:spMkLst>
            <pc:docMk/>
            <pc:sldMk cId="1447306249" sldId="341"/>
            <ac:spMk id="6" creationId="{29560E93-3BB1-038E-CE0D-8CDF30639685}"/>
          </ac:spMkLst>
        </pc:spChg>
      </pc:sldChg>
      <pc:sldChg chg="modSp mod ord">
        <pc:chgData name="thammenenwarakhila@outlook.com" userId="d2b44fc83a330479" providerId="LiveId" clId="{5A4932AF-A746-41C0-8A32-8DD0BAC4BBA3}" dt="2025-06-10T06:32:17.209" v="220"/>
        <pc:sldMkLst>
          <pc:docMk/>
          <pc:sldMk cId="2229396236" sldId="342"/>
        </pc:sldMkLst>
        <pc:spChg chg="mod">
          <ac:chgData name="thammenenwarakhila@outlook.com" userId="d2b44fc83a330479" providerId="LiveId" clId="{5A4932AF-A746-41C0-8A32-8DD0BAC4BBA3}" dt="2025-06-10T06:27:29.059" v="191" actId="1076"/>
          <ac:spMkLst>
            <pc:docMk/>
            <pc:sldMk cId="2229396236" sldId="342"/>
            <ac:spMk id="2" creationId="{6C825FBF-7DF8-06B0-0D71-83C2B4EB7EBA}"/>
          </ac:spMkLst>
        </pc:spChg>
        <pc:spChg chg="mod">
          <ac:chgData name="thammenenwarakhila@outlook.com" userId="d2b44fc83a330479" providerId="LiveId" clId="{5A4932AF-A746-41C0-8A32-8DD0BAC4BBA3}" dt="2025-06-10T06:28:05.850" v="196" actId="1076"/>
          <ac:spMkLst>
            <pc:docMk/>
            <pc:sldMk cId="2229396236" sldId="342"/>
            <ac:spMk id="6" creationId="{B32D4E8E-A55A-A56E-E4EA-E8E7C2C77E81}"/>
          </ac:spMkLst>
        </pc:spChg>
      </pc:sldChg>
      <pc:sldChg chg="modSp del mod">
        <pc:chgData name="thammenenwarakhila@outlook.com" userId="d2b44fc83a330479" providerId="LiveId" clId="{5A4932AF-A746-41C0-8A32-8DD0BAC4BBA3}" dt="2025-06-10T06:28:46.198" v="197" actId="2696"/>
        <pc:sldMkLst>
          <pc:docMk/>
          <pc:sldMk cId="1469986068" sldId="343"/>
        </pc:sldMkLst>
        <pc:spChg chg="mod">
          <ac:chgData name="thammenenwarakhila@outlook.com" userId="d2b44fc83a330479" providerId="LiveId" clId="{5A4932AF-A746-41C0-8A32-8DD0BAC4BBA3}" dt="2025-06-10T05:34:01.675" v="76" actId="404"/>
          <ac:spMkLst>
            <pc:docMk/>
            <pc:sldMk cId="1469986068" sldId="343"/>
            <ac:spMk id="2" creationId="{7F7BB1BD-1CEB-1B84-9F9E-F7B184BE6268}"/>
          </ac:spMkLst>
        </pc:spChg>
        <pc:spChg chg="mod">
          <ac:chgData name="thammenenwarakhila@outlook.com" userId="d2b44fc83a330479" providerId="LiveId" clId="{5A4932AF-A746-41C0-8A32-8DD0BAC4BBA3}" dt="2025-06-10T05:34:30.217" v="79" actId="1076"/>
          <ac:spMkLst>
            <pc:docMk/>
            <pc:sldMk cId="1469986068" sldId="343"/>
            <ac:spMk id="3" creationId="{47220416-856A-35A9-AC04-8087F9DA61EC}"/>
          </ac:spMkLst>
        </pc:spChg>
        <pc:spChg chg="mod">
          <ac:chgData name="thammenenwarakhila@outlook.com" userId="d2b44fc83a330479" providerId="LiveId" clId="{5A4932AF-A746-41C0-8A32-8DD0BAC4BBA3}" dt="2025-06-10T06:11:08.449" v="86" actId="27636"/>
          <ac:spMkLst>
            <pc:docMk/>
            <pc:sldMk cId="1469986068" sldId="343"/>
            <ac:spMk id="4" creationId="{DD026ECD-F515-2D0A-7652-59EA0C8C6980}"/>
          </ac:spMkLst>
        </pc:spChg>
        <pc:spChg chg="mod">
          <ac:chgData name="thammenenwarakhila@outlook.com" userId="d2b44fc83a330479" providerId="LiveId" clId="{5A4932AF-A746-41C0-8A32-8DD0BAC4BBA3}" dt="2025-06-10T05:34:08.329" v="77" actId="404"/>
          <ac:spMkLst>
            <pc:docMk/>
            <pc:sldMk cId="1469986068" sldId="343"/>
            <ac:spMk id="5" creationId="{D4D85BB8-7DB0-43DE-19BB-4DBEE64D43C3}"/>
          </ac:spMkLst>
        </pc:spChg>
      </pc:sldChg>
      <pc:sldChg chg="modSp mod">
        <pc:chgData name="thammenenwarakhila@outlook.com" userId="d2b44fc83a330479" providerId="LiveId" clId="{5A4932AF-A746-41C0-8A32-8DD0BAC4BBA3}" dt="2025-06-10T06:29:10.606" v="208" actId="27636"/>
        <pc:sldMkLst>
          <pc:docMk/>
          <pc:sldMk cId="2104142402" sldId="345"/>
        </pc:sldMkLst>
        <pc:spChg chg="mod">
          <ac:chgData name="thammenenwarakhila@outlook.com" userId="d2b44fc83a330479" providerId="LiveId" clId="{5A4932AF-A746-41C0-8A32-8DD0BAC4BBA3}" dt="2025-06-10T05:35:36.784" v="83" actId="404"/>
          <ac:spMkLst>
            <pc:docMk/>
            <pc:sldMk cId="2104142402" sldId="345"/>
            <ac:spMk id="2" creationId="{1CD83040-8555-7336-5C06-D111FDE07BD2}"/>
          </ac:spMkLst>
        </pc:spChg>
        <pc:spChg chg="mod">
          <ac:chgData name="thammenenwarakhila@outlook.com" userId="d2b44fc83a330479" providerId="LiveId" clId="{5A4932AF-A746-41C0-8A32-8DD0BAC4BBA3}" dt="2025-06-10T06:29:10.606" v="208" actId="27636"/>
          <ac:spMkLst>
            <pc:docMk/>
            <pc:sldMk cId="2104142402" sldId="345"/>
            <ac:spMk id="4" creationId="{96EBCF05-B11A-95F4-B297-F9C3F47A7818}"/>
          </ac:spMkLst>
        </pc:spChg>
      </pc:sldChg>
      <pc:sldChg chg="addSp delSp modSp mod">
        <pc:chgData name="thammenenwarakhila@outlook.com" userId="d2b44fc83a330479" providerId="LiveId" clId="{5A4932AF-A746-41C0-8A32-8DD0BAC4BBA3}" dt="2025-06-10T06:38:23.113" v="279" actId="14100"/>
        <pc:sldMkLst>
          <pc:docMk/>
          <pc:sldMk cId="4107481017" sldId="346"/>
        </pc:sldMkLst>
        <pc:spChg chg="mod">
          <ac:chgData name="thammenenwarakhila@outlook.com" userId="d2b44fc83a330479" providerId="LiveId" clId="{5A4932AF-A746-41C0-8A32-8DD0BAC4BBA3}" dt="2025-06-10T06:35:34.974" v="242" actId="1076"/>
          <ac:spMkLst>
            <pc:docMk/>
            <pc:sldMk cId="4107481017" sldId="346"/>
            <ac:spMk id="2" creationId="{3F3F7044-E8E0-D889-44D6-7603D316B55E}"/>
          </ac:spMkLst>
        </pc:spChg>
        <pc:spChg chg="del">
          <ac:chgData name="thammenenwarakhila@outlook.com" userId="d2b44fc83a330479" providerId="LiveId" clId="{5A4932AF-A746-41C0-8A32-8DD0BAC4BBA3}" dt="2025-06-10T06:35:23.074" v="239" actId="21"/>
          <ac:spMkLst>
            <pc:docMk/>
            <pc:sldMk cId="4107481017" sldId="346"/>
            <ac:spMk id="4" creationId="{CE19DEC9-B26D-8138-B902-A619518D742E}"/>
          </ac:spMkLst>
        </pc:spChg>
        <pc:spChg chg="add del mod">
          <ac:chgData name="thammenenwarakhila@outlook.com" userId="d2b44fc83a330479" providerId="LiveId" clId="{5A4932AF-A746-41C0-8A32-8DD0BAC4BBA3}" dt="2025-06-10T06:35:27.163" v="240" actId="21"/>
          <ac:spMkLst>
            <pc:docMk/>
            <pc:sldMk cId="4107481017" sldId="346"/>
            <ac:spMk id="7" creationId="{B5AD94C2-0844-7C9D-CC62-7981C5892A60}"/>
          </ac:spMkLst>
        </pc:spChg>
        <pc:picChg chg="add mod">
          <ac:chgData name="thammenenwarakhila@outlook.com" userId="d2b44fc83a330479" providerId="LiveId" clId="{5A4932AF-A746-41C0-8A32-8DD0BAC4BBA3}" dt="2025-06-10T06:38:14.214" v="277" actId="14100"/>
          <ac:picMkLst>
            <pc:docMk/>
            <pc:sldMk cId="4107481017" sldId="346"/>
            <ac:picMk id="5" creationId="{272128C9-B850-3092-F632-8E32462A931F}"/>
          </ac:picMkLst>
        </pc:picChg>
        <pc:picChg chg="add mod">
          <ac:chgData name="thammenenwarakhila@outlook.com" userId="d2b44fc83a330479" providerId="LiveId" clId="{5A4932AF-A746-41C0-8A32-8DD0BAC4BBA3}" dt="2025-06-10T06:38:18.331" v="278" actId="14100"/>
          <ac:picMkLst>
            <pc:docMk/>
            <pc:sldMk cId="4107481017" sldId="346"/>
            <ac:picMk id="9" creationId="{67602ECB-3754-AA5D-8EBC-1C4E9DD794F7}"/>
          </ac:picMkLst>
        </pc:picChg>
        <pc:picChg chg="add mod">
          <ac:chgData name="thammenenwarakhila@outlook.com" userId="d2b44fc83a330479" providerId="LiveId" clId="{5A4932AF-A746-41C0-8A32-8DD0BAC4BBA3}" dt="2025-06-10T06:38:23.113" v="279" actId="14100"/>
          <ac:picMkLst>
            <pc:docMk/>
            <pc:sldMk cId="4107481017" sldId="346"/>
            <ac:picMk id="11" creationId="{EACF451E-9403-609B-9837-24A77455AF9B}"/>
          </ac:picMkLst>
        </pc:picChg>
      </pc:sldChg>
      <pc:sldChg chg="modSp mod">
        <pc:chgData name="thammenenwarakhila@outlook.com" userId="d2b44fc83a330479" providerId="LiveId" clId="{5A4932AF-A746-41C0-8A32-8DD0BAC4BBA3}" dt="2025-06-10T06:44:30.512" v="350" actId="14100"/>
        <pc:sldMkLst>
          <pc:docMk/>
          <pc:sldMk cId="1671809266" sldId="347"/>
        </pc:sldMkLst>
        <pc:spChg chg="mod">
          <ac:chgData name="thammenenwarakhila@outlook.com" userId="d2b44fc83a330479" providerId="LiveId" clId="{5A4932AF-A746-41C0-8A32-8DD0BAC4BBA3}" dt="2025-06-10T06:44:30.512" v="350" actId="14100"/>
          <ac:spMkLst>
            <pc:docMk/>
            <pc:sldMk cId="1671809266" sldId="347"/>
            <ac:spMk id="2" creationId="{4D29D926-7E04-5782-EF39-D68D9E6EAB2A}"/>
          </ac:spMkLst>
        </pc:spChg>
        <pc:spChg chg="mod">
          <ac:chgData name="thammenenwarakhila@outlook.com" userId="d2b44fc83a330479" providerId="LiveId" clId="{5A4932AF-A746-41C0-8A32-8DD0BAC4BBA3}" dt="2025-06-10T06:44:21.024" v="348" actId="1076"/>
          <ac:spMkLst>
            <pc:docMk/>
            <pc:sldMk cId="1671809266" sldId="347"/>
            <ac:spMk id="4" creationId="{17D367E4-EA8F-59F2-E2D7-6153528E2869}"/>
          </ac:spMkLst>
        </pc:spChg>
      </pc:sldChg>
      <pc:sldChg chg="addSp delSp modSp add mod">
        <pc:chgData name="thammenenwarakhila@outlook.com" userId="d2b44fc83a330479" providerId="LiveId" clId="{5A4932AF-A746-41C0-8A32-8DD0BAC4BBA3}" dt="2025-06-10T06:37:59.263" v="273" actId="14100"/>
        <pc:sldMkLst>
          <pc:docMk/>
          <pc:sldMk cId="4227724702" sldId="348"/>
        </pc:sldMkLst>
        <pc:spChg chg="del">
          <ac:chgData name="thammenenwarakhila@outlook.com" userId="d2b44fc83a330479" providerId="LiveId" clId="{5A4932AF-A746-41C0-8A32-8DD0BAC4BBA3}" dt="2025-06-10T06:36:52.975" v="258" actId="21"/>
          <ac:spMkLst>
            <pc:docMk/>
            <pc:sldMk cId="4227724702" sldId="348"/>
            <ac:spMk id="2" creationId="{CFE8F118-BEEE-C122-28F7-4175BF6A30F0}"/>
          </ac:spMkLst>
        </pc:spChg>
        <pc:spChg chg="add del mod">
          <ac:chgData name="thammenenwarakhila@outlook.com" userId="d2b44fc83a330479" providerId="LiveId" clId="{5A4932AF-A746-41C0-8A32-8DD0BAC4BBA3}" dt="2025-06-10T06:36:59.980" v="259" actId="21"/>
          <ac:spMkLst>
            <pc:docMk/>
            <pc:sldMk cId="4227724702" sldId="348"/>
            <ac:spMk id="4" creationId="{2DE8AA41-191E-06E4-5723-63EAC1F1CF93}"/>
          </ac:spMkLst>
        </pc:spChg>
        <pc:picChg chg="del">
          <ac:chgData name="thammenenwarakhila@outlook.com" userId="d2b44fc83a330479" providerId="LiveId" clId="{5A4932AF-A746-41C0-8A32-8DD0BAC4BBA3}" dt="2025-06-10T06:37:04.299" v="260" actId="21"/>
          <ac:picMkLst>
            <pc:docMk/>
            <pc:sldMk cId="4227724702" sldId="348"/>
            <ac:picMk id="5" creationId="{79DCB1F4-798B-7AD8-8152-192C756FB72D}"/>
          </ac:picMkLst>
        </pc:picChg>
        <pc:picChg chg="add mod">
          <ac:chgData name="thammenenwarakhila@outlook.com" userId="d2b44fc83a330479" providerId="LiveId" clId="{5A4932AF-A746-41C0-8A32-8DD0BAC4BBA3}" dt="2025-06-10T06:37:59.263" v="273" actId="14100"/>
          <ac:picMkLst>
            <pc:docMk/>
            <pc:sldMk cId="4227724702" sldId="348"/>
            <ac:picMk id="7" creationId="{F655A7AA-B1A3-1D12-7BDF-2B41ADAF5944}"/>
          </ac:picMkLst>
        </pc:picChg>
        <pc:picChg chg="del">
          <ac:chgData name="thammenenwarakhila@outlook.com" userId="d2b44fc83a330479" providerId="LiveId" clId="{5A4932AF-A746-41C0-8A32-8DD0BAC4BBA3}" dt="2025-06-10T06:37:07.749" v="261" actId="21"/>
          <ac:picMkLst>
            <pc:docMk/>
            <pc:sldMk cId="4227724702" sldId="348"/>
            <ac:picMk id="9" creationId="{A386BAFA-FC39-07FD-32B9-7418A897E1F6}"/>
          </ac:picMkLst>
        </pc:picChg>
        <pc:picChg chg="add mod">
          <ac:chgData name="thammenenwarakhila@outlook.com" userId="d2b44fc83a330479" providerId="LiveId" clId="{5A4932AF-A746-41C0-8A32-8DD0BAC4BBA3}" dt="2025-06-10T06:37:54.015" v="272" actId="14100"/>
          <ac:picMkLst>
            <pc:docMk/>
            <pc:sldMk cId="4227724702" sldId="348"/>
            <ac:picMk id="10" creationId="{C3958B59-0AC7-A25C-4F9E-0318887EC9AA}"/>
          </ac:picMkLst>
        </pc:picChg>
        <pc:picChg chg="del">
          <ac:chgData name="thammenenwarakhila@outlook.com" userId="d2b44fc83a330479" providerId="LiveId" clId="{5A4932AF-A746-41C0-8A32-8DD0BAC4BBA3}" dt="2025-06-10T06:37:10.658" v="262" actId="21"/>
          <ac:picMkLst>
            <pc:docMk/>
            <pc:sldMk cId="4227724702" sldId="348"/>
            <ac:picMk id="11" creationId="{1FF50454-AE66-51DF-C98C-A8ADA3202793}"/>
          </ac:picMkLst>
        </pc:picChg>
      </pc:sldChg>
      <pc:sldChg chg="delSp modSp new mod">
        <pc:chgData name="thammenenwarakhila@outlook.com" userId="d2b44fc83a330479" providerId="LiveId" clId="{5A4932AF-A746-41C0-8A32-8DD0BAC4BBA3}" dt="2025-06-10T06:41:45.272" v="310" actId="403"/>
        <pc:sldMkLst>
          <pc:docMk/>
          <pc:sldMk cId="1851207364" sldId="349"/>
        </pc:sldMkLst>
        <pc:spChg chg="mod">
          <ac:chgData name="thammenenwarakhila@outlook.com" userId="d2b44fc83a330479" providerId="LiveId" clId="{5A4932AF-A746-41C0-8A32-8DD0BAC4BBA3}" dt="2025-06-10T06:40:12.042" v="295" actId="1076"/>
          <ac:spMkLst>
            <pc:docMk/>
            <pc:sldMk cId="1851207364" sldId="349"/>
            <ac:spMk id="2" creationId="{D27112F9-C097-87D8-1BBD-B24E7F7944BE}"/>
          </ac:spMkLst>
        </pc:spChg>
        <pc:spChg chg="del">
          <ac:chgData name="thammenenwarakhila@outlook.com" userId="d2b44fc83a330479" providerId="LiveId" clId="{5A4932AF-A746-41C0-8A32-8DD0BAC4BBA3}" dt="2025-06-10T06:39:43.282" v="282" actId="21"/>
          <ac:spMkLst>
            <pc:docMk/>
            <pc:sldMk cId="1851207364" sldId="349"/>
            <ac:spMk id="3" creationId="{D31D3940-C51F-8A1B-1675-492C12CE6273}"/>
          </ac:spMkLst>
        </pc:spChg>
        <pc:spChg chg="mod">
          <ac:chgData name="thammenenwarakhila@outlook.com" userId="d2b44fc83a330479" providerId="LiveId" clId="{5A4932AF-A746-41C0-8A32-8DD0BAC4BBA3}" dt="2025-06-10T06:41:45.272" v="310" actId="403"/>
          <ac:spMkLst>
            <pc:docMk/>
            <pc:sldMk cId="1851207364" sldId="349"/>
            <ac:spMk id="4" creationId="{DEC74EB9-6781-E752-4D55-D7E042172B19}"/>
          </ac:spMkLst>
        </pc:spChg>
      </pc:sldChg>
      <pc:sldMasterChg chg="setBg modSldLayout">
        <pc:chgData name="thammenenwarakhila@outlook.com" userId="d2b44fc83a330479" providerId="LiveId" clId="{5A4932AF-A746-41C0-8A32-8DD0BAC4BBA3}" dt="2025-06-10T06:10:04.295" v="84"/>
        <pc:sldMasterMkLst>
          <pc:docMk/>
          <pc:sldMasterMk cId="543425805" sldId="2147484168"/>
        </pc:sldMasterMkLst>
        <pc:sldLayoutChg chg="setBg">
          <pc:chgData name="thammenenwarakhila@outlook.com" userId="d2b44fc83a330479" providerId="LiveId" clId="{5A4932AF-A746-41C0-8A32-8DD0BAC4BBA3}" dt="2025-06-10T06:10:04.295" v="84"/>
          <pc:sldLayoutMkLst>
            <pc:docMk/>
            <pc:sldMasterMk cId="3215200900" sldId="2147484218"/>
            <pc:sldLayoutMk cId="1754584392" sldId="2147484200"/>
          </pc:sldLayoutMkLst>
        </pc:sldLayoutChg>
        <pc:sldLayoutChg chg="setBg">
          <pc:chgData name="thammenenwarakhila@outlook.com" userId="d2b44fc83a330479" providerId="LiveId" clId="{5A4932AF-A746-41C0-8A32-8DD0BAC4BBA3}" dt="2025-06-10T06:10:04.295" v="84"/>
          <pc:sldLayoutMkLst>
            <pc:docMk/>
            <pc:sldMasterMk cId="543425805" sldId="2147484168"/>
            <pc:sldLayoutMk cId="2845572971" sldId="2147484208"/>
          </pc:sldLayoutMkLst>
        </pc:sldLayoutChg>
        <pc:sldLayoutChg chg="setBg">
          <pc:chgData name="thammenenwarakhila@outlook.com" userId="d2b44fc83a330479" providerId="LiveId" clId="{5A4932AF-A746-41C0-8A32-8DD0BAC4BBA3}" dt="2025-06-10T06:10:04.295" v="84"/>
          <pc:sldLayoutMkLst>
            <pc:docMk/>
            <pc:sldMasterMk cId="543425805" sldId="2147484168"/>
            <pc:sldLayoutMk cId="705679625" sldId="2147484209"/>
          </pc:sldLayoutMkLst>
        </pc:sldLayoutChg>
        <pc:sldLayoutChg chg="setBg">
          <pc:chgData name="thammenenwarakhila@outlook.com" userId="d2b44fc83a330479" providerId="LiveId" clId="{5A4932AF-A746-41C0-8A32-8DD0BAC4BBA3}" dt="2025-06-10T06:10:04.295" v="84"/>
          <pc:sldLayoutMkLst>
            <pc:docMk/>
            <pc:sldMasterMk cId="3215200900" sldId="2147484218"/>
            <pc:sldLayoutMk cId="1658539594" sldId="2147484210"/>
          </pc:sldLayoutMkLst>
        </pc:sldLayoutChg>
        <pc:sldLayoutChg chg="setBg">
          <pc:chgData name="thammenenwarakhila@outlook.com" userId="d2b44fc83a330479" providerId="LiveId" clId="{5A4932AF-A746-41C0-8A32-8DD0BAC4BBA3}" dt="2025-06-10T06:10:04.295" v="84"/>
          <pc:sldLayoutMkLst>
            <pc:docMk/>
            <pc:sldMasterMk cId="3215200900" sldId="2147484218"/>
            <pc:sldLayoutMk cId="2716891883" sldId="2147484211"/>
          </pc:sldLayoutMkLst>
        </pc:sldLayoutChg>
        <pc:sldLayoutChg chg="setBg">
          <pc:chgData name="thammenenwarakhila@outlook.com" userId="d2b44fc83a330479" providerId="LiveId" clId="{5A4932AF-A746-41C0-8A32-8DD0BAC4BBA3}" dt="2025-06-10T06:10:04.295" v="84"/>
          <pc:sldLayoutMkLst>
            <pc:docMk/>
            <pc:sldMasterMk cId="3215200900" sldId="2147484218"/>
            <pc:sldLayoutMk cId="501083132" sldId="2147484212"/>
          </pc:sldLayoutMkLst>
        </pc:sldLayoutChg>
        <pc:sldLayoutChg chg="setBg">
          <pc:chgData name="thammenenwarakhila@outlook.com" userId="d2b44fc83a330479" providerId="LiveId" clId="{5A4932AF-A746-41C0-8A32-8DD0BAC4BBA3}" dt="2025-06-10T06:10:04.295" v="84"/>
          <pc:sldLayoutMkLst>
            <pc:docMk/>
            <pc:sldMasterMk cId="3215200900" sldId="2147484218"/>
            <pc:sldLayoutMk cId="1038764384" sldId="2147484213"/>
          </pc:sldLayoutMkLst>
        </pc:sldLayoutChg>
        <pc:sldLayoutChg chg="setBg">
          <pc:chgData name="thammenenwarakhila@outlook.com" userId="d2b44fc83a330479" providerId="LiveId" clId="{5A4932AF-A746-41C0-8A32-8DD0BAC4BBA3}" dt="2025-06-10T06:10:04.295" v="84"/>
          <pc:sldLayoutMkLst>
            <pc:docMk/>
            <pc:sldMasterMk cId="3215200900" sldId="2147484218"/>
            <pc:sldLayoutMk cId="514986801" sldId="2147484214"/>
          </pc:sldLayoutMkLst>
        </pc:sldLayoutChg>
        <pc:sldLayoutChg chg="setBg">
          <pc:chgData name="thammenenwarakhila@outlook.com" userId="d2b44fc83a330479" providerId="LiveId" clId="{5A4932AF-A746-41C0-8A32-8DD0BAC4BBA3}" dt="2025-06-10T06:10:04.295" v="84"/>
          <pc:sldLayoutMkLst>
            <pc:docMk/>
            <pc:sldMasterMk cId="3215200900" sldId="2147484218"/>
            <pc:sldLayoutMk cId="3797953408" sldId="2147484215"/>
          </pc:sldLayoutMkLst>
        </pc:sldLayoutChg>
        <pc:sldLayoutChg chg="setBg">
          <pc:chgData name="thammenenwarakhila@outlook.com" userId="d2b44fc83a330479" providerId="LiveId" clId="{5A4932AF-A746-41C0-8A32-8DD0BAC4BBA3}" dt="2025-06-10T06:10:04.295" v="84"/>
          <pc:sldLayoutMkLst>
            <pc:docMk/>
            <pc:sldMasterMk cId="3215200900" sldId="2147484218"/>
            <pc:sldLayoutMk cId="457634776" sldId="2147484216"/>
          </pc:sldLayoutMkLst>
        </pc:sldLayoutChg>
        <pc:sldLayoutChg chg="setBg">
          <pc:chgData name="thammenenwarakhila@outlook.com" userId="d2b44fc83a330479" providerId="LiveId" clId="{5A4932AF-A746-41C0-8A32-8DD0BAC4BBA3}" dt="2025-06-10T06:10:04.295" v="84"/>
          <pc:sldLayoutMkLst>
            <pc:docMk/>
            <pc:sldMasterMk cId="3215200900" sldId="2147484218"/>
            <pc:sldLayoutMk cId="1448746482" sldId="214748421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4CB405-BC11-414E-B0F4-9E1C4642F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A09E4-E76E-43B1-9270-846FE19D3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A57E1-CEB3-4C96-B7C6-36B0FA3064E4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91962-6490-4685-B760-76A1628AD5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97A7F-1461-4B81-83F2-8C494CFB80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D51C3-EABD-4553-9DC0-81CFC2A7F3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461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BBD7-2276-4DDA-BFFE-26CAACEE5E98}" type="datetimeFigureOut">
              <a:rPr lang="en-US" smtClean="0"/>
              <a:t>6/10/2025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79F17-7BA4-49BC-BB37-7F646CF8D2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4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79F17-7BA4-49BC-BB37-7F646CF8D2F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9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26998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0757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7763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060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82220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34946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60920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9289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67170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46021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639761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908892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289402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71693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515099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43687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082230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0772" y="1793289"/>
            <a:ext cx="3010925" cy="3373515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423228AD-A556-C433-B2EA-87D97B6FF6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2975" y="3086826"/>
            <a:ext cx="5667049" cy="2079978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2976" y="1793289"/>
            <a:ext cx="5658458" cy="1127125"/>
          </a:xfrm>
        </p:spPr>
        <p:txBody>
          <a:bodyPr lIns="0" tIns="0" rIns="0" b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62622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ED748D9-6073-DA29-847A-6A6C39D6A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3" t="45170" r="17078" b="17468"/>
          <a:stretch/>
        </p:blipFill>
        <p:spPr>
          <a:xfrm rot="10800000">
            <a:off x="-2" y="0"/>
            <a:ext cx="6300593" cy="23047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</a:extLst>
          </p:cNvPr>
          <p:cNvGrpSpPr/>
          <p:nvPr userDrawn="1"/>
        </p:nvGrpSpPr>
        <p:grpSpPr>
          <a:xfrm>
            <a:off x="11613628" y="319274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41695A2-5AD2-67EB-7D51-A56C0DCF14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90925" y="1582977"/>
            <a:ext cx="3978939" cy="1946607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80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47038-27D1-FF6B-7831-F79C0B103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41000"/>
          </a:blip>
          <a:srcRect l="-222" t="45170" r="19778" b="17468"/>
          <a:stretch/>
        </p:blipFill>
        <p:spPr>
          <a:xfrm>
            <a:off x="6096001" y="4549953"/>
            <a:ext cx="6096000" cy="230479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4392963-F9C3-8CCC-D239-15D7A4074039}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02030E-DB17-B78E-57D1-2DE77370C0A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78C2D1A-F468-13E2-E0B2-A616C5D32D07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6D1E3C-605D-AD1A-9356-148E871C2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9512" y="2347118"/>
            <a:ext cx="5161563" cy="2304791"/>
          </a:xfrm>
        </p:spPr>
        <p:txBody>
          <a:bodyPr lIns="0" tIns="0" rIns="0" bIns="0" anchor="ctr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8000" cap="all" spc="-15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cap="all" baseline="0">
                <a:solidFill>
                  <a:schemeClr val="bg1"/>
                </a:solidFill>
              </a:defRPr>
            </a:lvl2pPr>
            <a:lvl3pPr marL="914400" indent="0">
              <a:buNone/>
              <a:defRPr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7BC5E0-03EB-A193-1303-34484219ED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2614" y="5010341"/>
            <a:ext cx="9501187" cy="1139447"/>
          </a:xfrm>
        </p:spPr>
        <p:txBody>
          <a:bodyPr/>
          <a:lstStyle>
            <a:lvl1pPr marL="0" indent="0" algn="ctr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88964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82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BDEA8563-2200-B57E-810F-41DD854A672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90863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0864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30D9652-C4A0-E049-3F65-924827826F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88558" y="1481328"/>
            <a:ext cx="2939694" cy="322783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8559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39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3438143"/>
            <a:ext cx="3439598" cy="263152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8918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007489C8-C2F6-7874-81E6-FAF3CB72CD3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82575" y="1634085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075" y="560048"/>
            <a:ext cx="4622471" cy="2384319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A41ABB58-FB44-EE86-1061-E95F873917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79076" y="3089598"/>
            <a:ext cx="3577916" cy="49377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 cap="all" baseline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076" y="3631142"/>
            <a:ext cx="2721367" cy="2631523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8C33102-C0D9-31A0-A7A1-2BAC395320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05640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93024" y="1634086"/>
            <a:ext cx="2941845" cy="31912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5D171A2-DD04-FA64-A705-BE5D0C93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16088" y="5285084"/>
            <a:ext cx="3095716" cy="93929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0831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20493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D1BC8852-D44A-D95C-9A79-F92DD4EC2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2131" y="425139"/>
            <a:ext cx="3164770" cy="2403406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8E62040-BF32-845C-9224-98B69005FC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2130" y="3075681"/>
            <a:ext cx="3164764" cy="1376398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Mangal" panose="02040503050203030202" pitchFamily="18" charset="0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11" descr="picture placeholder">
            <a:extLst>
              <a:ext uri="{FF2B5EF4-FFF2-40B4-BE49-F238E27FC236}">
                <a16:creationId xmlns:a16="http://schemas.microsoft.com/office/drawing/2014/main" id="{7D19173E-BF72-7982-B9A1-FE487C1188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242131" y="4721601"/>
            <a:ext cx="3522392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1" descr="picture placeholder">
            <a:extLst>
              <a:ext uri="{FF2B5EF4-FFF2-40B4-BE49-F238E27FC236}">
                <a16:creationId xmlns:a16="http://schemas.microsoft.com/office/drawing/2014/main" id="{D51C203A-3A92-6BC5-A236-DBB70B517E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21959" y="1"/>
            <a:ext cx="3925538" cy="293300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1" descr="picture placeholder">
            <a:extLst>
              <a:ext uri="{FF2B5EF4-FFF2-40B4-BE49-F238E27FC236}">
                <a16:creationId xmlns:a16="http://schemas.microsoft.com/office/drawing/2014/main" id="{BA8C2200-B8F4-7A2E-4F97-B31B53D38A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21959" y="3082045"/>
            <a:ext cx="2262279" cy="1465065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1" descr="picture placeholder">
            <a:extLst>
              <a:ext uri="{FF2B5EF4-FFF2-40B4-BE49-F238E27FC236}">
                <a16:creationId xmlns:a16="http://schemas.microsoft.com/office/drawing/2014/main" id="{6290D66C-EBB5-C620-E71D-0FBB89C5576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21959" y="4721601"/>
            <a:ext cx="2262279" cy="213639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1" descr="picture placeholder">
            <a:extLst>
              <a:ext uri="{FF2B5EF4-FFF2-40B4-BE49-F238E27FC236}">
                <a16:creationId xmlns:a16="http://schemas.microsoft.com/office/drawing/2014/main" id="{4AAF9077-F4CB-6EB4-F15E-CA235E89EB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96534" y="335197"/>
            <a:ext cx="2301704" cy="259781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11" descr="picture placeholder">
            <a:extLst>
              <a:ext uri="{FF2B5EF4-FFF2-40B4-BE49-F238E27FC236}">
                <a16:creationId xmlns:a16="http://schemas.microsoft.com/office/drawing/2014/main" id="{720F3E71-0F7F-4FA9-5236-34EDD2EEC73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37475" y="3082045"/>
            <a:ext cx="4854525" cy="297847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84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8004" y="890011"/>
            <a:ext cx="10963996" cy="517051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9F0849-FB1F-B511-68E2-73CBF63D6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3196" y="649990"/>
            <a:ext cx="10126933" cy="425138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27A013-657B-B1EA-05D7-FCFD2EA6E6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2406" y="5856042"/>
            <a:ext cx="10126918" cy="425138"/>
          </a:xfrm>
        </p:spPr>
        <p:txBody>
          <a:bodyPr lIns="0" tIns="0" rIns="0" bIns="0"/>
          <a:lstStyle>
            <a:lvl1pPr marL="0" indent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defRPr sz="480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</a:defRPr>
            </a:lvl1pPr>
            <a:lvl2pPr marL="4572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2pPr>
            <a:lvl3pPr marL="9144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3pPr>
            <a:lvl4pPr marL="13716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4pPr>
            <a:lvl5pPr marL="1828800" indent="0">
              <a:buNone/>
              <a:defRPr spc="-150">
                <a:solidFill>
                  <a:schemeClr val="bg1"/>
                </a:solidFill>
                <a:latin typeface="MS PMincho" panose="02020600040205080304" pitchFamily="18" charset="-128"/>
                <a:ea typeface="MS PMincho" panose="02020600040205080304" pitchFamily="18" charset="-128"/>
              </a:defRPr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7643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Pictur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2084" y="890015"/>
            <a:ext cx="3091684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cap="all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0826" y="1"/>
            <a:ext cx="4785234" cy="685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1F475-EF10-D813-0860-75BE8B40BF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6835" y="3429000"/>
            <a:ext cx="3439596" cy="43497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36834" y="4083247"/>
            <a:ext cx="3439598" cy="2040209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9868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9581" y="2160494"/>
            <a:ext cx="6058564" cy="469750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6150" y="596200"/>
            <a:ext cx="4758948" cy="1938529"/>
          </a:xfr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4800" b="0" i="0" spc="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04041" y="900724"/>
            <a:ext cx="3439597" cy="2392155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5745" y="3292881"/>
            <a:ext cx="2967893" cy="2238343"/>
          </a:xfrm>
        </p:spPr>
        <p:txBody>
          <a:bodyPr lIns="0" tIns="0" rIns="0" bIns="0"/>
          <a:lstStyle>
            <a:lvl1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7429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1200150" indent="-2857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5430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2000250" indent="-171450">
              <a:buClr>
                <a:schemeClr val="bg1"/>
              </a:buClr>
              <a:buFont typeface="Courier New" panose="02070309020205020404" pitchFamily="49" charset="0"/>
              <a:buChar char="o"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7E41109A-8BEA-FEB0-7ED8-F6C1DB5D4B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041" y="5703628"/>
            <a:ext cx="3523517" cy="355422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534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032" y="608075"/>
            <a:ext cx="10061455" cy="644653"/>
          </a:xfrm>
        </p:spPr>
        <p:txBody>
          <a:bodyPr lIns="0" tIns="0" rIns="0" bIns="0" anchor="ctr"/>
          <a:lstStyle>
            <a:lvl1pPr algn="l">
              <a:lnSpc>
                <a:spcPct val="75000"/>
              </a:lnSpc>
              <a:defRPr sz="4800" b="0" i="0" cap="all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7C4070-4CFF-FDA7-C0F7-167D09EE79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710" y="1288398"/>
            <a:ext cx="10071100" cy="466725"/>
          </a:xfrm>
        </p:spPr>
        <p:txBody>
          <a:bodyPr lIns="0" rIns="0"/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140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14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0085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BDA1A4-3206-A325-2576-C4DB8737B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2783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Picture Placeholder 11" descr="picture placeholder">
            <a:extLst>
              <a:ext uri="{FF2B5EF4-FFF2-40B4-BE49-F238E27FC236}">
                <a16:creationId xmlns:a16="http://schemas.microsoft.com/office/drawing/2014/main" id="{6056702D-014D-8146-A1CF-42D52C1D1B0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42912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D97174A-CD7A-C701-0CE9-02D5F895E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42917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Picture Placeholder 11" descr="picture placeholder">
            <a:extLst>
              <a:ext uri="{FF2B5EF4-FFF2-40B4-BE49-F238E27FC236}">
                <a16:creationId xmlns:a16="http://schemas.microsoft.com/office/drawing/2014/main" id="{1AE62733-AF33-D10E-D484-04859AC2A44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03793" y="1954306"/>
            <a:ext cx="2939694" cy="2754854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99B6060F-8C38-5C36-BCF1-620E2F4AF9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3798" y="5138927"/>
            <a:ext cx="2939689" cy="921596"/>
          </a:xfrm>
        </p:spPr>
        <p:txBody>
          <a:bodyPr lIns="0" tIns="0" rIns="0" bIns="0"/>
          <a:lstStyle>
            <a:lvl1pPr marL="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1pPr>
            <a:lvl2pPr marL="4572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>
              <a:buClr>
                <a:schemeClr val="bg1"/>
              </a:buClr>
              <a:buFont typeface="Courier New" panose="02070309020205020404" pitchFamily="49" charset="0"/>
              <a:buNone/>
              <a:defRPr sz="14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347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C91152F-5BDA-D61B-1CCF-A86EFB6F55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2370" y="613839"/>
            <a:ext cx="4833725" cy="1713677"/>
          </a:xfrm>
        </p:spPr>
        <p:txBody>
          <a:bodyPr lIns="0" tIns="0" rIns="0" bIns="0" anchor="t"/>
          <a:lstStyle>
            <a:lvl1pPr algn="l">
              <a:lnSpc>
                <a:spcPct val="75000"/>
              </a:lnSpc>
              <a:defRPr sz="4800" b="0" i="0" spc="-150" baseline="0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r>
              <a:rPr lang="en-US" dirty="0"/>
              <a:t>Add title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22E8A7-C256-4D0D-38F5-744CC21A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613628" y="335197"/>
            <a:ext cx="89941" cy="314793"/>
            <a:chOff x="5538866" y="1851285"/>
            <a:chExt cx="89941" cy="314793"/>
          </a:xfrm>
          <a:solidFill>
            <a:schemeClr val="bg1"/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94A7E3-B379-7E79-0952-AF4C6A614000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16CD3AC-CC76-8555-8E6F-C480301CF8B9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4A05F7-5B34-541E-2738-B83DA06E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658599" y="890016"/>
            <a:ext cx="0" cy="51705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9BB1C6E-F2CD-1DED-4142-D52223351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0436" y="6223933"/>
            <a:ext cx="89941" cy="314793"/>
            <a:chOff x="5538866" y="1851285"/>
            <a:chExt cx="89941" cy="314793"/>
          </a:xfrm>
          <a:noFill/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2674DE-70B7-1DB1-C9EA-ECDEDE00980F}"/>
                </a:ext>
              </a:extLst>
            </p:cNvPr>
            <p:cNvSpPr/>
            <p:nvPr userDrawn="1"/>
          </p:nvSpPr>
          <p:spPr>
            <a:xfrm>
              <a:off x="5538866" y="1851285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7F3A17F-5078-CA09-1C2A-A278DF540EB2}"/>
                </a:ext>
              </a:extLst>
            </p:cNvPr>
            <p:cNvSpPr/>
            <p:nvPr userDrawn="1"/>
          </p:nvSpPr>
          <p:spPr>
            <a:xfrm>
              <a:off x="5538866" y="2076137"/>
              <a:ext cx="89941" cy="89941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A4E705D-525A-81AA-338A-E8C4405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09849" y="3308393"/>
            <a:ext cx="5170509" cy="333752"/>
          </a:xfrm>
        </p:spPr>
        <p:txBody>
          <a:bodyPr/>
          <a:lstStyle>
            <a:lvl1pPr algn="ctr">
              <a:defRPr cap="all" baseline="0">
                <a:solidFill>
                  <a:schemeClr val="bg1"/>
                </a:solidFill>
                <a:latin typeface="+mn-lt"/>
                <a:ea typeface="Dotum" panose="020B0600000101010101" pitchFamily="34" charset="-127"/>
                <a:cs typeface="Mangal" panose="02040503050203030202" pitchFamily="18" charset="0"/>
              </a:defRPr>
            </a:lvl1pPr>
          </a:lstStyle>
          <a:p>
            <a:r>
              <a:rPr lang="en-US" dirty="0"/>
              <a:t>Click to add Footer</a:t>
            </a:r>
          </a:p>
        </p:txBody>
      </p:sp>
      <p:sp>
        <p:nvSpPr>
          <p:cNvPr id="2" name="Picture Placeholder 11" descr="picture placeholder">
            <a:extLst>
              <a:ext uri="{FF2B5EF4-FFF2-40B4-BE49-F238E27FC236}">
                <a16:creationId xmlns:a16="http://schemas.microsoft.com/office/drawing/2014/main" id="{C74EC289-9E3B-2A85-FFCE-107B0E3B58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64441" y="2187388"/>
            <a:ext cx="5863703" cy="467061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  <a:ea typeface="Dotum" panose="020B0600000101010101" pitchFamily="34" charset="-127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BEAF734-7706-B3C3-A222-4374E6E420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93448" y="3156285"/>
            <a:ext cx="3733521" cy="3292500"/>
          </a:xfrm>
        </p:spPr>
        <p:txBody>
          <a:bodyPr lIns="0" tIns="0" rIns="0" bIns="0"/>
          <a:lstStyle>
            <a:lvl1pPr marL="0" indent="0" algn="l">
              <a:buClr>
                <a:schemeClr val="bg1"/>
              </a:buClr>
              <a:buFont typeface="Courier New" panose="02070309020205020404" pitchFamily="49" charset="0"/>
              <a:buNone/>
              <a:defRPr sz="4800" b="0" i="0" u="sng">
                <a:solidFill>
                  <a:schemeClr val="accent1"/>
                </a:solidFill>
                <a:latin typeface="+mj-lt"/>
                <a:cs typeface="Mangal" panose="02040503050203030202" pitchFamily="18" charset="0"/>
              </a:defRPr>
            </a:lvl1pPr>
            <a:lvl2pPr marL="4572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2pPr>
            <a:lvl3pPr marL="9144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3pPr>
            <a:lvl4pPr marL="13716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4pPr>
            <a:lvl5pPr marL="1828800" indent="0" algn="l">
              <a:buClr>
                <a:schemeClr val="bg1"/>
              </a:buClr>
              <a:buFont typeface="Courier New" panose="02070309020205020404" pitchFamily="49" charset="0"/>
              <a:buNone/>
              <a:defRPr sz="3200" b="0" i="0">
                <a:solidFill>
                  <a:schemeClr val="bg1"/>
                </a:solidFill>
                <a:latin typeface="+mn-lt"/>
                <a:cs typeface="Mangal" panose="02040503050203030202" pitchFamily="18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1792EFA-4352-DAB4-158E-53F26C8A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350" y="6243403"/>
            <a:ext cx="720499" cy="279400"/>
          </a:xfrm>
        </p:spPr>
        <p:txBody>
          <a:bodyPr/>
          <a:lstStyle>
            <a:lvl1pPr algn="ctr">
              <a:defRPr sz="2800" b="1" i="1">
                <a:solidFill>
                  <a:schemeClr val="bg1"/>
                </a:solidFill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4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DIGITAL TIME CAPSULE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2009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19" r:id="rId1"/>
    <p:sldLayoutId id="2147484220" r:id="rId2"/>
    <p:sldLayoutId id="2147484221" r:id="rId3"/>
    <p:sldLayoutId id="2147484222" r:id="rId4"/>
    <p:sldLayoutId id="2147484223" r:id="rId5"/>
    <p:sldLayoutId id="2147484224" r:id="rId6"/>
    <p:sldLayoutId id="2147484225" r:id="rId7"/>
    <p:sldLayoutId id="2147484226" r:id="rId8"/>
    <p:sldLayoutId id="2147484227" r:id="rId9"/>
    <p:sldLayoutId id="2147484228" r:id="rId10"/>
    <p:sldLayoutId id="2147484229" r:id="rId11"/>
    <p:sldLayoutId id="2147484230" r:id="rId12"/>
    <p:sldLayoutId id="2147484231" r:id="rId13"/>
    <p:sldLayoutId id="2147484232" r:id="rId14"/>
    <p:sldLayoutId id="2147484233" r:id="rId15"/>
    <p:sldLayoutId id="2147484234" r:id="rId16"/>
    <p:sldLayoutId id="2147484235" r:id="rId17"/>
    <p:sldLayoutId id="2147484236" r:id="rId18"/>
    <p:sldLayoutId id="2147484237" r:id="rId19"/>
    <p:sldLayoutId id="2147484210" r:id="rId20"/>
    <p:sldLayoutId id="2147484211" r:id="rId21"/>
    <p:sldLayoutId id="2147484212" r:id="rId22"/>
    <p:sldLayoutId id="2147484200" r:id="rId23"/>
    <p:sldLayoutId id="2147484213" r:id="rId24"/>
    <p:sldLayoutId id="2147484214" r:id="rId25"/>
    <p:sldLayoutId id="2147484215" r:id="rId26"/>
    <p:sldLayoutId id="2147484216" r:id="rId27"/>
    <p:sldLayoutId id="2147484217" r:id="rId28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FA1D7A-65D2-3C77-97A2-E451E564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076" y="1888496"/>
            <a:ext cx="11327364" cy="1337049"/>
          </a:xfrm>
        </p:spPr>
        <p:txBody>
          <a:bodyPr/>
          <a:lstStyle/>
          <a:p>
            <a:r>
              <a:rPr lang="en-IN" sz="6000" dirty="0"/>
              <a:t>Flip-Flop Word Game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2363F5-55BC-FE0F-F310-25F931B4FF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90436" y="1538307"/>
            <a:ext cx="9218644" cy="435387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Industrial oriented mini project – review 3</a:t>
            </a:r>
            <a:endParaRPr lang="en-IN" sz="24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133020-0623-A483-83EE-91C54A49E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2" y="13846"/>
            <a:ext cx="12129755" cy="1335244"/>
          </a:xfrm>
          <a:prstGeom prst="rect">
            <a:avLst/>
          </a:prstGeom>
        </p:spPr>
      </p:pic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3CDFD76-8950-C545-ABA7-34421B3DE222}"/>
              </a:ext>
            </a:extLst>
          </p:cNvPr>
          <p:cNvSpPr txBox="1">
            <a:spLocks/>
          </p:cNvSpPr>
          <p:nvPr/>
        </p:nvSpPr>
        <p:spPr>
          <a:xfrm>
            <a:off x="847000" y="3632456"/>
            <a:ext cx="5249000" cy="2367302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2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1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/>
              <a:t>PRESENTED BY</a:t>
            </a:r>
            <a:r>
              <a:rPr lang="en-IN" sz="2400" dirty="0"/>
              <a:t>: </a:t>
            </a:r>
          </a:p>
          <a:p>
            <a:r>
              <a:rPr lang="en-IN" dirty="0"/>
              <a:t> Akhila Thammenenwar – 22P71A0502</a:t>
            </a:r>
          </a:p>
          <a:p>
            <a:r>
              <a:rPr lang="en-IN" dirty="0"/>
              <a:t> Anjali Talloju          - 22P71A0503</a:t>
            </a:r>
          </a:p>
          <a:p>
            <a:r>
              <a:rPr lang="en-IN" dirty="0"/>
              <a:t> Pranathi Sai           - 22P71A0531</a:t>
            </a:r>
          </a:p>
          <a:p>
            <a:r>
              <a:rPr lang="en-IN" dirty="0"/>
              <a:t> Neha Goute           - 22P71A0559</a:t>
            </a:r>
          </a:p>
          <a:p>
            <a:endParaRPr lang="en-IN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20970D09-1AB7-133F-44AA-9DDEF5A7D922}"/>
              </a:ext>
            </a:extLst>
          </p:cNvPr>
          <p:cNvSpPr txBox="1">
            <a:spLocks/>
          </p:cNvSpPr>
          <p:nvPr/>
        </p:nvSpPr>
        <p:spPr>
          <a:xfrm>
            <a:off x="7088737" y="3632456"/>
            <a:ext cx="5423223" cy="1856063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2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100" kern="1200" cap="none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chemeClr val="accent2"/>
                </a:solidFill>
                <a:latin typeface="Mangal" panose="02040503050203030202" pitchFamily="18" charset="0"/>
                <a:ea typeface="Calibri" panose="020F0502020204030204" pitchFamily="34" charset="0"/>
                <a:cs typeface="Mangal" panose="02040503050203030202" pitchFamily="18" charset="0"/>
              </a:rPr>
              <a:t>GUIDE</a:t>
            </a:r>
            <a:r>
              <a:rPr lang="en-IN" sz="2400" dirty="0">
                <a:solidFill>
                  <a:schemeClr val="accent2"/>
                </a:solidFill>
                <a:latin typeface="Mangal" panose="02040503050203030202" pitchFamily="18" charset="0"/>
                <a:ea typeface="Calibri" panose="020F0502020204030204" pitchFamily="34" charset="0"/>
                <a:cs typeface="Mangal" panose="02040503050203030202" pitchFamily="18" charset="0"/>
              </a:rPr>
              <a:t>: </a:t>
            </a:r>
            <a:endParaRPr lang="en-IN" sz="2800" dirty="0">
              <a:solidFill>
                <a:schemeClr val="accent2"/>
              </a:solidFill>
              <a:latin typeface="Mangal" panose="02040503050203030202" pitchFamily="18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r>
              <a:rPr lang="en-IN" dirty="0">
                <a:solidFill>
                  <a:schemeClr val="accent2"/>
                </a:solidFill>
                <a:latin typeface="Mangal" panose="02040503050203030202" pitchFamily="18" charset="0"/>
                <a:ea typeface="Calibri" panose="020F0502020204030204" pitchFamily="34" charset="0"/>
                <a:cs typeface="Mangal" panose="02040503050203030202" pitchFamily="18" charset="0"/>
              </a:rPr>
              <a:t>Mrs. Ch. Hyma, HOD, SVIT</a:t>
            </a:r>
            <a:endParaRPr lang="en-IN" dirty="0">
              <a:solidFill>
                <a:schemeClr val="accent2"/>
              </a:solidFill>
              <a:latin typeface="Mangal" panose="02040503050203030202" pitchFamily="18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560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4D4F16-2102-40A5-D20B-898DC9997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577" y="1024608"/>
            <a:ext cx="8156898" cy="1311551"/>
          </a:xfrm>
        </p:spPr>
        <p:txBody>
          <a:bodyPr/>
          <a:lstStyle/>
          <a:p>
            <a:r>
              <a:rPr lang="en-IN" sz="3600" b="1" dirty="0"/>
              <a:t>Introduction &amp; Motivation</a:t>
            </a:r>
            <a:br>
              <a:rPr lang="en-IN" dirty="0"/>
            </a:b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008D7F-92E8-CDCD-124B-284A599646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-998375" y="1968311"/>
            <a:ext cx="6298163" cy="1311551"/>
          </a:xfrm>
        </p:spPr>
        <p:txBody>
          <a:bodyPr/>
          <a:lstStyle/>
          <a:p>
            <a:r>
              <a:rPr lang="en-IN" sz="2800" b="1" dirty="0"/>
              <a:t>Project Introduction</a:t>
            </a:r>
            <a:r>
              <a:rPr lang="en-IN" sz="3200" dirty="0"/>
              <a:t>:</a:t>
            </a:r>
          </a:p>
          <a:p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953E2D-5C96-93C6-EA71-75B475C574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107" y="2422558"/>
            <a:ext cx="7923959" cy="1139447"/>
          </a:xfrm>
        </p:spPr>
        <p:txBody>
          <a:bodyPr>
            <a:normAutofit fontScale="92500"/>
          </a:bodyPr>
          <a:lstStyle/>
          <a:p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Word-based memory game developed using </a:t>
            </a:r>
            <a:r>
              <a:rPr lang="en-IN" b="1" dirty="0"/>
              <a:t>Python</a:t>
            </a:r>
            <a:r>
              <a:rPr lang="en-IN" dirty="0"/>
              <a:t> and </a:t>
            </a:r>
            <a:r>
              <a:rPr lang="en-IN" b="1" dirty="0"/>
              <a:t>Flet Framework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Aimed at Android platform, simulates memory training using word reconstruction tasks.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B335A1-F9A1-1FC2-5332-2EE5CA6D0B85}"/>
              </a:ext>
            </a:extLst>
          </p:cNvPr>
          <p:cNvSpPr txBox="1"/>
          <p:nvPr/>
        </p:nvSpPr>
        <p:spPr>
          <a:xfrm>
            <a:off x="1300260" y="4012851"/>
            <a:ext cx="6438900" cy="614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800" b="1" kern="100" dirty="0">
                <a:solidFill>
                  <a:schemeClr val="accent2"/>
                </a:solidFill>
                <a:effectLst/>
                <a:latin typeface="MS PMincho" panose="02020600040205080304" pitchFamily="18" charset="-128"/>
                <a:ea typeface="MS PMincho" panose="02020600040205080304" pitchFamily="18" charset="-128"/>
                <a:cs typeface="Times New Roman" panose="02020603050405020304" pitchFamily="18" charset="0"/>
              </a:rPr>
              <a:t>MOTIVATION</a:t>
            </a:r>
            <a:r>
              <a:rPr lang="en-IN" sz="3600" kern="100" dirty="0">
                <a:solidFill>
                  <a:schemeClr val="accent2"/>
                </a:solidFill>
                <a:effectLst/>
                <a:latin typeface="MS PMincho" panose="02020600040205080304" pitchFamily="18" charset="-128"/>
                <a:ea typeface="MS PMincho" panose="02020600040205080304" pitchFamily="18" charset="-128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35DE8-8244-CCCD-CC19-8C6FDF75D483}"/>
              </a:ext>
            </a:extLst>
          </p:cNvPr>
          <p:cNvSpPr txBox="1"/>
          <p:nvPr/>
        </p:nvSpPr>
        <p:spPr>
          <a:xfrm>
            <a:off x="996107" y="4449149"/>
            <a:ext cx="8056969" cy="1544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800" dirty="0">
              <a:solidFill>
                <a:schemeClr val="accent2"/>
              </a:solidFill>
              <a:effectLst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IN" sz="1400" kern="100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NEED FOR EDUCATIONAL GAMES THAT IMPROVE ATTENTION SPAN AND COGNITIVE.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IN" sz="1400" kern="100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SKILLS, INSPRIRED BY THE GROWING </a:t>
            </a:r>
            <a:r>
              <a:rPr lang="en-IN" sz="1400" kern="100" dirty="0">
                <a:solidFill>
                  <a:schemeClr val="accent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USE OF</a:t>
            </a:r>
            <a:r>
              <a:rPr lang="en-IN" sz="1400" kern="100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kern="100" dirty="0">
                <a:solidFill>
                  <a:schemeClr val="accent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GAMIFICATION</a:t>
            </a:r>
            <a:r>
              <a:rPr lang="en-IN" sz="1400" kern="100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kern="100" dirty="0">
                <a:solidFill>
                  <a:schemeClr val="accent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en-IN" sz="1400" kern="100" dirty="0">
                <a:solidFill>
                  <a:schemeClr val="accent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kern="100" dirty="0">
                <a:solidFill>
                  <a:schemeClr val="accent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endParaRPr lang="en-IN" sz="1400" kern="100" dirty="0">
              <a:solidFill>
                <a:schemeClr val="accent2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399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FA76-2310-DA0D-CB35-F069991A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545" y="826907"/>
            <a:ext cx="10121968" cy="1946607"/>
          </a:xfrm>
        </p:spPr>
        <p:txBody>
          <a:bodyPr/>
          <a:lstStyle/>
          <a:p>
            <a:r>
              <a:rPr lang="en-IN" sz="3600" b="1" dirty="0"/>
              <a:t>Game Overview &amp; Mechanics</a:t>
            </a:r>
            <a:br>
              <a:rPr lang="en-IN" dirty="0"/>
            </a:br>
            <a:endParaRPr lang="en-IN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38DC62E-A5B0-0C77-B331-739B70666C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1624" y="2182570"/>
            <a:ext cx="8849454" cy="2728029"/>
          </a:xfrm>
        </p:spPr>
        <p:txBody>
          <a:bodyPr>
            <a:normAutofit fontScale="62500" lnSpcReduction="20000"/>
          </a:bodyPr>
          <a:lstStyle/>
          <a:p>
            <a:endParaRPr lang="en-IN" dirty="0"/>
          </a:p>
          <a:p>
            <a:endParaRPr lang="en-IN" sz="8000" dirty="0"/>
          </a:p>
          <a:p>
            <a:pPr lvl="1"/>
            <a:r>
              <a:rPr lang="en-IN" sz="3200" b="1" dirty="0"/>
              <a:t>Memorization</a:t>
            </a:r>
            <a:r>
              <a:rPr lang="en-IN" sz="3200" dirty="0"/>
              <a:t>: Show original word briefly</a:t>
            </a:r>
          </a:p>
          <a:p>
            <a:pPr lvl="1"/>
            <a:r>
              <a:rPr lang="en-IN" sz="3200" b="1" dirty="0"/>
              <a:t>Scramble</a:t>
            </a:r>
            <a:r>
              <a:rPr lang="en-IN" sz="3200" dirty="0"/>
              <a:t>: Letters shuffled, displayed with numbered blocks</a:t>
            </a:r>
          </a:p>
          <a:p>
            <a:pPr lvl="1"/>
            <a:r>
              <a:rPr lang="en-IN" sz="3200" b="1" dirty="0"/>
              <a:t>Recall</a:t>
            </a:r>
            <a:r>
              <a:rPr lang="en-IN" sz="3200" dirty="0"/>
              <a:t>: User enters numeric sequence to reconstruct the word</a:t>
            </a: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87DC59-7825-BF41-97FB-4A2CE5A8519E}"/>
              </a:ext>
            </a:extLst>
          </p:cNvPr>
          <p:cNvSpPr txBox="1">
            <a:spLocks/>
          </p:cNvSpPr>
          <p:nvPr/>
        </p:nvSpPr>
        <p:spPr>
          <a:xfrm>
            <a:off x="1453744" y="3279710"/>
            <a:ext cx="9284512" cy="109270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80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400" dirty="0"/>
              <a:t>3 Core Phases per round: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401E732-99B9-6DCA-ED04-BE068EF97AE8}"/>
              </a:ext>
            </a:extLst>
          </p:cNvPr>
          <p:cNvSpPr txBox="1">
            <a:spLocks/>
          </p:cNvSpPr>
          <p:nvPr/>
        </p:nvSpPr>
        <p:spPr>
          <a:xfrm>
            <a:off x="1106309" y="4650940"/>
            <a:ext cx="10622270" cy="11398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2000" dirty="0"/>
          </a:p>
          <a:p>
            <a:pPr lvl="0" algn="l"/>
            <a:r>
              <a:rPr lang="en-IN" sz="2000" b="1" dirty="0"/>
              <a:t>Scoring</a:t>
            </a:r>
            <a:r>
              <a:rPr lang="en-IN" sz="2000" dirty="0"/>
              <a:t>: +20 for correct, −10 for wrong; scores never drop below zero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633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25FBF-7DF8-06B0-0D71-83C2B4EB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271" y="876163"/>
            <a:ext cx="6494658" cy="1946607"/>
          </a:xfrm>
        </p:spPr>
        <p:txBody>
          <a:bodyPr/>
          <a:lstStyle/>
          <a:p>
            <a:r>
              <a:rPr lang="en-IN" b="1" dirty="0"/>
              <a:t> </a:t>
            </a:r>
            <a:r>
              <a:rPr lang="en-IN" sz="3200" b="1" dirty="0"/>
              <a:t>Difficulty Levels:</a:t>
            </a:r>
            <a:endParaRPr lang="en-IN" sz="4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2D4E8E-A55A-A56E-E4EA-E8E7C2C77E81}"/>
              </a:ext>
            </a:extLst>
          </p:cNvPr>
          <p:cNvSpPr txBox="1">
            <a:spLocks/>
          </p:cNvSpPr>
          <p:nvPr/>
        </p:nvSpPr>
        <p:spPr>
          <a:xfrm>
            <a:off x="1704797" y="2822770"/>
            <a:ext cx="9584838" cy="28018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all" baseline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IN" sz="1800" dirty="0"/>
              <a:t>Three levels: </a:t>
            </a:r>
            <a:r>
              <a:rPr lang="en-IN" sz="1800" b="1" dirty="0"/>
              <a:t>Easy</a:t>
            </a:r>
            <a:r>
              <a:rPr lang="en-IN" sz="1800" dirty="0"/>
              <a:t>, </a:t>
            </a:r>
            <a:r>
              <a:rPr lang="en-IN" sz="1800" b="1" dirty="0"/>
              <a:t>Medium</a:t>
            </a:r>
            <a:r>
              <a:rPr lang="en-IN" sz="1800" dirty="0"/>
              <a:t>, </a:t>
            </a:r>
            <a:r>
              <a:rPr lang="en-IN" sz="1800" b="1" dirty="0"/>
              <a:t>Hard</a:t>
            </a:r>
            <a:endParaRPr lang="en-IN" sz="1800" dirty="0"/>
          </a:p>
          <a:p>
            <a:pPr lvl="0" algn="l"/>
            <a:r>
              <a:rPr lang="en-IN" sz="1800" dirty="0"/>
              <a:t>Each adjusts: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Word length and complexity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Memorization and scramble display durations</a:t>
            </a:r>
          </a:p>
          <a:p>
            <a:pPr lvl="0" algn="l"/>
            <a:r>
              <a:rPr lang="en-IN" sz="1800" dirty="0"/>
              <a:t>Speeds up challenge progression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396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019EF-20C3-7069-FC84-40D1B72144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3394" y="1160481"/>
            <a:ext cx="3386201" cy="1758156"/>
          </a:xfrm>
        </p:spPr>
        <p:txBody>
          <a:bodyPr/>
          <a:lstStyle/>
          <a:p>
            <a:r>
              <a:rPr lang="en-IN" sz="3600" b="1" dirty="0"/>
              <a:t>Architecture</a:t>
            </a:r>
            <a:r>
              <a:rPr lang="en-IN" sz="4000" dirty="0"/>
              <a:t>:</a:t>
            </a:r>
          </a:p>
          <a:p>
            <a:endParaRPr lang="en-IN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C5AA571-6053-78CA-16FA-3D22C7B325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4184" y="2730024"/>
            <a:ext cx="10693206" cy="3140375"/>
          </a:xfrm>
        </p:spPr>
        <p:txBody>
          <a:bodyPr/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b="1" dirty="0"/>
              <a:t>Modular Design</a:t>
            </a:r>
            <a:r>
              <a:rPr lang="en-IN" dirty="0"/>
              <a:t>: Enables easy integration of new features like scoring and difficulty levels.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b="1" dirty="0"/>
              <a:t>UI Layer (Flet)</a:t>
            </a:r>
            <a:r>
              <a:rPr lang="en-IN" dirty="0"/>
              <a:t>: Built with the Flet framework for a responsive, native-app feel, allowing rapid cross-platform UI development in Python.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b="1" dirty="0"/>
              <a:t>Logic Layer (Python)</a:t>
            </a:r>
            <a:r>
              <a:rPr lang="en-IN" dirty="0"/>
              <a:t>: The core game mechanics are written in Python, combining with Flet for efficient development.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b="1" dirty="0"/>
              <a:t>Timer Engine (threading)</a:t>
            </a:r>
            <a:r>
              <a:rPr lang="en-IN" dirty="0"/>
              <a:t>: Uses Python's threading module for background timer operations, ensuring the UI remains responsive.    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b="1" dirty="0"/>
              <a:t>Offline Functionality &amp; Local Storage</a:t>
            </a:r>
            <a:r>
              <a:rPr lang="en-IN" dirty="0"/>
              <a:t>: Supports offline use, storing game settings, high scores, and user progress locally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AA2638-3F2B-EA3A-E446-CB291F819514}"/>
              </a:ext>
            </a:extLst>
          </p:cNvPr>
          <p:cNvSpPr txBox="1">
            <a:spLocks/>
          </p:cNvSpPr>
          <p:nvPr/>
        </p:nvSpPr>
        <p:spPr>
          <a:xfrm>
            <a:off x="5848545" y="5466819"/>
            <a:ext cx="8000775" cy="807160"/>
          </a:xfrm>
          <a:prstGeom prst="rect">
            <a:avLst/>
          </a:prstGeom>
          <a:effectLst/>
        </p:spPr>
        <p:txBody>
          <a:bodyPr vert="horz" lIns="0" tIns="0" rIns="0" bIns="0" rtlCol="0" anchor="ctr">
            <a:no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8000" b="0" i="0" kern="1200" cap="all" spc="-150" baseline="0">
                <a:ln w="3175" cmpd="sng">
                  <a:noFill/>
                </a:ln>
                <a:solidFill>
                  <a:schemeClr val="bg1"/>
                </a:solidFill>
                <a:effectLst/>
                <a:latin typeface="+mj-lt"/>
                <a:ea typeface="MS PMincho" panose="02020600040205080304" pitchFamily="18" charset="-128"/>
                <a:cs typeface="Mangal" panose="02040503050203030202" pitchFamily="18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br>
              <a:rPr lang="en-IN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447306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83040-8555-7336-5C06-D111FDE0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098" y="1088454"/>
            <a:ext cx="8472748" cy="1946607"/>
          </a:xfrm>
        </p:spPr>
        <p:txBody>
          <a:bodyPr/>
          <a:lstStyle/>
          <a:p>
            <a:r>
              <a:rPr lang="en-IN" sz="3600" b="1" dirty="0"/>
              <a:t>Technology Stack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BCF05-B11A-95F4-B297-F9C3F47A78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03324" y="2428572"/>
            <a:ext cx="10077386" cy="3152049"/>
          </a:xfrm>
        </p:spPr>
        <p:txBody>
          <a:bodyPr>
            <a:norm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1700" b="1" dirty="0"/>
              <a:t>Language</a:t>
            </a:r>
            <a:r>
              <a:rPr lang="en-IN" sz="1700" dirty="0"/>
              <a:t>: Python (readable, fast prototyping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IN" sz="17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1700" b="1" dirty="0"/>
              <a:t>Framework</a:t>
            </a:r>
            <a:r>
              <a:rPr lang="en-IN" sz="1700" dirty="0"/>
              <a:t>: Flet (Python-to-Flutter bridge)</a:t>
            </a:r>
          </a:p>
          <a:p>
            <a:pPr lvl="0" algn="l"/>
            <a:endParaRPr lang="en-IN" sz="17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1700" b="1" dirty="0"/>
              <a:t>Target Platform</a:t>
            </a:r>
            <a:r>
              <a:rPr lang="en-IN" sz="1700" dirty="0"/>
              <a:t>: Android</a:t>
            </a:r>
          </a:p>
          <a:p>
            <a:pPr lvl="0" algn="l"/>
            <a:endParaRPr lang="en-IN" sz="17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1700" b="1" dirty="0"/>
              <a:t>Supporting Tools</a:t>
            </a:r>
            <a:r>
              <a:rPr lang="en-IN" sz="1700" dirty="0"/>
              <a:t>: threading, random, time, enum modules</a:t>
            </a:r>
          </a:p>
          <a:p>
            <a:pPr lvl="0" algn="l"/>
            <a:endParaRPr lang="en-IN" sz="17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1700" b="1" dirty="0"/>
              <a:t>Suggested Image</a:t>
            </a:r>
            <a:r>
              <a:rPr lang="en-IN" sz="1700" dirty="0"/>
              <a:t>: Stack diagram showing Python → Flet → Flutter → Android APK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4142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7044-E8E0-D889-44D6-7603D316B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793" y="1258458"/>
            <a:ext cx="7751941" cy="1102187"/>
          </a:xfrm>
        </p:spPr>
        <p:txBody>
          <a:bodyPr/>
          <a:lstStyle/>
          <a:p>
            <a:r>
              <a:rPr lang="en-IN" b="1" dirty="0"/>
              <a:t> </a:t>
            </a:r>
            <a:r>
              <a:rPr lang="en-IN" sz="3600" b="1" dirty="0"/>
              <a:t>Demo Screenshots:</a:t>
            </a:r>
            <a:br>
              <a:rPr lang="en-IN" dirty="0"/>
            </a:br>
            <a:br>
              <a:rPr lang="en-IN" sz="5400" dirty="0"/>
            </a:br>
            <a:endParaRPr lang="en-IN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128C9-B850-3092-F632-8E32462A9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611" y="2082369"/>
            <a:ext cx="2025349" cy="42997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602ECB-3754-AA5D-8EBC-1C4E9DD79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646" y="2006084"/>
            <a:ext cx="2115818" cy="42997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CF451E-9403-609B-9837-24A77455A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904" y="2082368"/>
            <a:ext cx="2115817" cy="429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81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EC53-05CF-AE5F-FD43-1097CBB6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655A7AA-B1A3-1D12-7BDF-2B41ADAF5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871" y="1222310"/>
            <a:ext cx="2193083" cy="45440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958B59-0AC7-A25C-4F9E-0318887EC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113" y="1301619"/>
            <a:ext cx="2193083" cy="445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24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112F9-C097-87D8-1BBD-B24E7F794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2868" y="1088455"/>
            <a:ext cx="5169712" cy="1066916"/>
          </a:xfrm>
        </p:spPr>
        <p:txBody>
          <a:bodyPr/>
          <a:lstStyle/>
          <a:p>
            <a:r>
              <a:rPr lang="en-IN" sz="3600" b="1" dirty="0"/>
              <a:t>Testing &amp; Results</a:t>
            </a:r>
            <a:endParaRPr lang="en-IN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74EB9-6781-E752-4D55-D7E042172B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45406" y="2640563"/>
            <a:ext cx="9501187" cy="2985796"/>
          </a:xfrm>
        </p:spPr>
        <p:txBody>
          <a:bodyPr/>
          <a:lstStyle/>
          <a:p>
            <a:pPr lvl="0" algn="l"/>
            <a:r>
              <a:rPr lang="en-IN" sz="1600" b="1" dirty="0"/>
              <a:t>Manual testing on Android</a:t>
            </a:r>
            <a:r>
              <a:rPr lang="en-IN" sz="1600" dirty="0"/>
              <a:t>: </a:t>
            </a:r>
            <a:r>
              <a:rPr lang="en-IN" dirty="0"/>
              <a:t>Verified installation, UI flow, scoring and transitions</a:t>
            </a:r>
          </a:p>
          <a:p>
            <a:pPr lvl="0" algn="l"/>
            <a:r>
              <a:rPr lang="en-IN" sz="1600" b="1" dirty="0"/>
              <a:t>Functional validation</a:t>
            </a:r>
            <a:r>
              <a:rPr lang="en-IN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Timers work per level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Score updates correctly (+20/−10), never negative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Auto-round restart after result 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UI responsive, clean alignment on mobile</a:t>
            </a:r>
          </a:p>
          <a:p>
            <a:pPr lvl="0" algn="l"/>
            <a:r>
              <a:rPr lang="en-IN" sz="1600" b="1" dirty="0"/>
              <a:t>Performance</a:t>
            </a:r>
            <a:r>
              <a:rPr lang="en-IN" sz="1600" dirty="0"/>
              <a:t>: </a:t>
            </a:r>
            <a:r>
              <a:rPr lang="en-IN" dirty="0"/>
              <a:t>Smooth, no lag or crashes on modern devices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207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D926-7E04-5782-EF39-D68D9E6EA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828" y="792188"/>
            <a:ext cx="8201609" cy="1946607"/>
          </a:xfrm>
        </p:spPr>
        <p:txBody>
          <a:bodyPr/>
          <a:lstStyle/>
          <a:p>
            <a:r>
              <a:rPr lang="en-IN" sz="3600" b="1" dirty="0"/>
              <a:t>Future Scope &amp; Conclusion</a:t>
            </a:r>
            <a:br>
              <a:rPr lang="en-IN" sz="5400" dirty="0"/>
            </a:br>
            <a:endParaRPr lang="en-IN" sz="5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367E4-EA8F-59F2-E2D7-6153528E2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6591" y="2374901"/>
            <a:ext cx="9501187" cy="3383262"/>
          </a:xfrm>
        </p:spPr>
        <p:txBody>
          <a:bodyPr>
            <a:normAutofit fontScale="92500" lnSpcReduction="20000"/>
          </a:bodyPr>
          <a:lstStyle/>
          <a:p>
            <a:pPr lvl="0" algn="l"/>
            <a:r>
              <a:rPr lang="en-IN" sz="2600" b="1" dirty="0"/>
              <a:t>Future enhancements</a:t>
            </a:r>
            <a:r>
              <a:rPr lang="en-IN" sz="2600" dirty="0"/>
              <a:t>:</a:t>
            </a:r>
          </a:p>
          <a:p>
            <a:pPr algn="l"/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Larger word database, themed packs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Custom user modes (e.g., untimed, progressive difficulty)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Profiles, high scores, achievements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Sound effects, animations, tutorials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Cross-platform (iOS/web), multiplayer</a:t>
            </a:r>
          </a:p>
          <a:p>
            <a:r>
              <a:rPr lang="en-IN" dirty="0"/>
              <a:t> </a:t>
            </a:r>
          </a:p>
          <a:p>
            <a:pPr lvl="0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71809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1D4CC6-3580-4AFF-ADAD-40005A217EE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8AA7B-8093-4312-9C92-093E87B9931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A8E5EEF-D939-4E9B-B588-5A9B9A07F3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230</TotalTime>
  <Words>445</Words>
  <Application>Microsoft Office PowerPoint</Application>
  <PresentationFormat>Widescreen</PresentationFormat>
  <Paragraphs>70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MS PMincho</vt:lpstr>
      <vt:lpstr>Arial</vt:lpstr>
      <vt:lpstr>Calibri</vt:lpstr>
      <vt:lpstr>Century Gothic</vt:lpstr>
      <vt:lpstr>Courier New</vt:lpstr>
      <vt:lpstr>Mangal</vt:lpstr>
      <vt:lpstr>Wingdings 3</vt:lpstr>
      <vt:lpstr>Ion</vt:lpstr>
      <vt:lpstr>Flip-Flop Word Game</vt:lpstr>
      <vt:lpstr>Introduction &amp; Motivation </vt:lpstr>
      <vt:lpstr>Game Overview &amp; Mechanics </vt:lpstr>
      <vt:lpstr> Difficulty Levels:</vt:lpstr>
      <vt:lpstr>PowerPoint Presentation</vt:lpstr>
      <vt:lpstr>Technology Stack </vt:lpstr>
      <vt:lpstr> Demo Screenshots:  </vt:lpstr>
      <vt:lpstr>PowerPoint Presentation</vt:lpstr>
      <vt:lpstr>Testing &amp; Results</vt:lpstr>
      <vt:lpstr>Future Scope &amp;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thammenenwarakhila@outlook.com</dc:creator>
  <cp:lastModifiedBy>thammenenwarakhila@outlook.com</cp:lastModifiedBy>
  <cp:revision>1</cp:revision>
  <dcterms:created xsi:type="dcterms:W3CDTF">2025-06-09T14:45:31Z</dcterms:created>
  <dcterms:modified xsi:type="dcterms:W3CDTF">2025-06-10T06:44:49Z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