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Flip-Flop Word Game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Android Word Puzzle Using Python &amp; Flet</a:t>
            </a:r>
          </a:p>
          <a:p>
            <a:r>
              <a:t>Presented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Flip-Flop?</a:t>
            </a:r>
          </a:p>
          <a:p>
            <a:endParaRPr/>
          </a:p>
          <a:p>
            <a:r>
              <a:t>A timed word puzzle game where players unscramble a jumbled word.</a:t>
            </a:r>
          </a:p>
          <a:p>
            <a:endParaRPr/>
          </a:p>
          <a:p>
            <a:r>
              <a:t>Objective:</a:t>
            </a:r>
          </a:p>
          <a:p>
            <a:r>
              <a:t>Build an offline, engaging Android word game that increases challenge each round.</a:t>
            </a:r>
          </a:p>
          <a:p>
            <a:endParaRPr/>
          </a:p>
          <a:p>
            <a:r>
              <a:t>Tools Used:</a:t>
            </a:r>
          </a:p>
          <a:p>
            <a:r>
              <a:t>Python, Flet, threading, random, enum,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Platform: Android</a:t>
            </a:r>
          </a:p>
          <a:p>
            <a:endParaRPr/>
          </a:p>
          <a:p>
            <a:r>
              <a:t>Why Android?</a:t>
            </a:r>
          </a:p>
          <a:p>
            <a:r>
              <a:t>- Large user base</a:t>
            </a:r>
          </a:p>
          <a:p>
            <a:r>
              <a:t>- Supports offline play</a:t>
            </a:r>
          </a:p>
          <a:p>
            <a:r>
              <a:t>- Simple deployment via APKs</a:t>
            </a:r>
          </a:p>
          <a:p>
            <a:endParaRPr/>
          </a:p>
          <a:p>
            <a:r>
              <a:t>Deployment Method:</a:t>
            </a:r>
          </a:p>
          <a:p>
            <a:r>
              <a:t>- Built in Python</a:t>
            </a:r>
          </a:p>
          <a:p>
            <a:r>
              <a:t>- Flet + Android packaging (e.g., BeeWare or Pydroid)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Components:</a:t>
            </a:r>
          </a:p>
          <a:p>
            <a:r>
              <a:t>- FlipFlopGame (Logic)</a:t>
            </a:r>
          </a:p>
          <a:p>
            <a:r>
              <a:t>- main(page) (UI)</a:t>
            </a:r>
          </a:p>
          <a:p>
            <a:r>
              <a:t>- Timer Thread</a:t>
            </a:r>
          </a:p>
          <a:p>
            <a:endParaRPr/>
          </a:p>
          <a:p>
            <a:r>
              <a:t>Flow:</a:t>
            </a:r>
          </a:p>
          <a:p>
            <a:r>
              <a:t>FlipFlopGame ⇄ Flet UI ⇄ Android Device</a:t>
            </a:r>
          </a:p>
          <a:p>
            <a:endParaRPr/>
          </a:p>
          <a:p>
            <a:r>
              <a:t>[Insert Diagram or Screenshot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Modules &amp;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Modules:</a:t>
            </a:r>
          </a:p>
          <a:p>
            <a:r>
              <a:t>- flet: UI components and event handling</a:t>
            </a:r>
          </a:p>
          <a:p>
            <a:r>
              <a:t>- threading: Non-blocking timer</a:t>
            </a:r>
          </a:p>
          <a:p>
            <a:r>
              <a:t>- random: Select &amp; shuffle words</a:t>
            </a:r>
          </a:p>
          <a:p>
            <a:r>
              <a:t>- enum: Game states</a:t>
            </a:r>
          </a:p>
          <a:p>
            <a:r>
              <a:t>- typing: Code clarity and type checking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State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States:</a:t>
            </a:r>
          </a:p>
          <a:p>
            <a:r>
              <a:t>- SHOWING_ORIGINAL</a:t>
            </a:r>
          </a:p>
          <a:p>
            <a:r>
              <a:t>- SHOWING_SCRAMBLED</a:t>
            </a:r>
          </a:p>
          <a:p>
            <a:r>
              <a:t>- WAITING_FOR_ANSWER</a:t>
            </a:r>
          </a:p>
          <a:p>
            <a:r>
              <a:t>- SHOWING_RESULT</a:t>
            </a:r>
          </a:p>
          <a:p>
            <a:endParaRPr/>
          </a:p>
          <a:p>
            <a:r>
              <a:t>Transition:</a:t>
            </a:r>
          </a:p>
          <a:p>
            <a:r>
              <a:t>Original → Scrambled → Answer Input → Result → Next Round</a:t>
            </a:r>
          </a:p>
          <a:p>
            <a:endParaRPr/>
          </a:p>
          <a:p>
            <a:r>
              <a:t>[Insert Diagram or Screenshot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Load word list</a:t>
            </a:r>
          </a:p>
          <a:p>
            <a:r>
              <a:t>2. Start timer and show original word</a:t>
            </a:r>
          </a:p>
          <a:p>
            <a:r>
              <a:t>3. Scramble word and show for 5 seconds</a:t>
            </a:r>
          </a:p>
          <a:p>
            <a:r>
              <a:t>4. Start answer phase (countdown)</a:t>
            </a:r>
          </a:p>
          <a:p>
            <a:r>
              <a:t>5. User submits answer</a:t>
            </a:r>
          </a:p>
          <a:p>
            <a:r>
              <a:t>6. Compare with original</a:t>
            </a:r>
          </a:p>
          <a:p>
            <a:r>
              <a:t>7. Show result and update score</a:t>
            </a:r>
          </a:p>
          <a:p>
            <a:r>
              <a:t>8. Repeat or end game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&amp; Function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Classes:</a:t>
            </a:r>
          </a:p>
          <a:p>
            <a:r>
              <a:t>- FlipFlopGame</a:t>
            </a:r>
          </a:p>
          <a:p>
            <a:r>
              <a:t>- Timer thread functions</a:t>
            </a:r>
          </a:p>
          <a:p>
            <a:r>
              <a:t>- main() function (UI handlers)</a:t>
            </a:r>
          </a:p>
          <a:p>
            <a:endParaRPr/>
          </a:p>
          <a:p>
            <a:r>
              <a:t>Functions:</a:t>
            </a:r>
          </a:p>
          <a:p>
            <a:r>
              <a:t>- start_new_round()</a:t>
            </a:r>
          </a:p>
          <a:p>
            <a:r>
              <a:t>- check_answer()</a:t>
            </a:r>
          </a:p>
          <a:p>
            <a:r>
              <a:t>- start_timer()</a:t>
            </a:r>
          </a:p>
          <a:p>
            <a:endParaRPr/>
          </a:p>
          <a:p>
            <a:r>
              <a:t>[Insert Diagram or Screenshot Here]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(Flet Widgets)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Widgets Used:</a:t>
            </a:r>
          </a:p>
          <a:p>
            <a:r>
              <a:t>- Text, TextField, ElevatedButton, Container, Icon</a:t>
            </a:r>
          </a:p>
          <a:p>
            <a:r>
              <a:t>- Layouts: Row, Column</a:t>
            </a:r>
          </a:p>
          <a:p>
            <a:endParaRPr/>
          </a:p>
          <a:p>
            <a:r>
              <a:t>Dynamic updates via: page.update()</a:t>
            </a:r>
          </a:p>
          <a:p>
            <a:endParaRPr/>
          </a:p>
          <a:p>
            <a:r>
              <a:t>[Insert Diagram or Screenshot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Timer &amp; Threading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</a:t>
            </a:r>
          </a:p>
          <a:p>
            <a:r>
              <a:t>- Countdown without freezing UI</a:t>
            </a:r>
          </a:p>
          <a:p>
            <a:endParaRPr/>
          </a:p>
          <a:p>
            <a:r>
              <a:t>Logic:</a:t>
            </a:r>
          </a:p>
          <a:p>
            <a:r>
              <a:t>- Background thread</a:t>
            </a:r>
          </a:p>
          <a:p>
            <a:r>
              <a:t>- Updates state every second using time.sleep(1)</a:t>
            </a:r>
          </a:p>
          <a:p>
            <a:endParaRPr/>
          </a:p>
          <a:p>
            <a:r>
              <a:t>Lifecycle:</a:t>
            </a:r>
          </a:p>
          <a:p>
            <a:r>
              <a:t>- Starts at round start</a:t>
            </a:r>
          </a:p>
          <a:p>
            <a:r>
              <a:t>- Stops on answer submission or timeout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 Features:</a:t>
            </a:r>
          </a:p>
          <a:p>
            <a:r>
              <a:t>- Fully playable on Android</a:t>
            </a:r>
          </a:p>
          <a:p>
            <a:r>
              <a:t>- Clean architecture</a:t>
            </a:r>
          </a:p>
          <a:p>
            <a:r>
              <a:t>- Real-time updates</a:t>
            </a:r>
          </a:p>
          <a:p>
            <a:endParaRPr/>
          </a:p>
          <a:p>
            <a:r>
              <a:t>Future Plans:</a:t>
            </a:r>
          </a:p>
          <a:p>
            <a:r>
              <a:t>- Add sound effects</a:t>
            </a:r>
          </a:p>
          <a:p>
            <a:r>
              <a:t>- Integrate leaderboard</a:t>
            </a:r>
          </a:p>
          <a:p>
            <a:r>
              <a:t>- Multi-language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440</Words>
  <Application>Microsoft Office PowerPoint</Application>
  <PresentationFormat>On-screen Show (4:3)</PresentationFormat>
  <Paragraphs>102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Flip-Flop Word Game</vt:lpstr>
      <vt:lpstr>Introduction</vt:lpstr>
      <vt:lpstr>Platform &amp; Deployment</vt:lpstr>
      <vt:lpstr>Architecture Overview</vt:lpstr>
      <vt:lpstr>Key Modules &amp; Libraries</vt:lpstr>
      <vt:lpstr>Game State Logic</vt:lpstr>
      <vt:lpstr>Game Algorithm</vt:lpstr>
      <vt:lpstr>Class &amp; Function Breakdown</vt:lpstr>
      <vt:lpstr>User Interface (Flet Widgets)</vt:lpstr>
      <vt:lpstr>Timer &amp; Threading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thammenenwarakhila@outlook.com</cp:lastModifiedBy>
  <cp:revision>1</cp:revision>
  <dcterms:created xsi:type="dcterms:W3CDTF">2013-01-27T09:14:16Z</dcterms:created>
  <dcterms:modified xsi:type="dcterms:W3CDTF">2025-05-29T14:05:14Z</dcterms:modified>
  <cp:category/>
</cp:coreProperties>
</file>