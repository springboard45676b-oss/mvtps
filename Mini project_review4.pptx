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71" r:id="rId8"/>
    <p:sldId id="268" r:id="rId9"/>
    <p:sldId id="272" r:id="rId10"/>
    <p:sldId id="273" r:id="rId11"/>
    <p:sldId id="269" r:id="rId12"/>
    <p:sldId id="270" r:id="rId13"/>
    <p:sldId id="257" r:id="rId14"/>
    <p:sldId id="258" r:id="rId15"/>
    <p:sldId id="259" r:id="rId16"/>
    <p:sldId id="260" r:id="rId17"/>
    <p:sldId id="261" r:id="rId18"/>
    <p:sldId id="262" r:id="rId19"/>
    <p:sldId id="274" r:id="rId20"/>
    <p:sldId id="275" r:id="rId21"/>
    <p:sldId id="276" r:id="rId22"/>
    <p:sldId id="277" r:id="rId23"/>
    <p:sldId id="278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28D6-F8DC-DD02-387D-46E0CDC68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Legaltap</a:t>
            </a:r>
            <a:br>
              <a:rPr lang="en-US" dirty="0"/>
            </a:br>
            <a:r>
              <a:rPr lang="en-US" dirty="0"/>
              <a:t>mini project: final review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9B361-3F5D-CE29-F850-B65124842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d. Vignesh - 21p71a62a0	l. s. Shreyas - 21p71a6280</a:t>
            </a:r>
          </a:p>
          <a:p>
            <a:r>
              <a:rPr lang="en-US" dirty="0"/>
              <a:t> p. Uday Kumar - 21p71a6291	v. Uday Kiran – 21p71a6290</a:t>
            </a:r>
          </a:p>
          <a:p>
            <a:r>
              <a:rPr lang="en-US" dirty="0"/>
              <a:t>Project guide: </a:t>
            </a:r>
            <a:r>
              <a:rPr lang="en-US" u="sng" dirty="0"/>
              <a:t>Mrs. Sridevi (asst. prof.)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68115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0537-355B-AB29-7C97-1BEFB30C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5BB7-8D79-048F-01C9-EC8F1AB7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developing a </a:t>
            </a:r>
            <a:r>
              <a:rPr lang="en-US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keylogger</a:t>
            </a:r>
            <a:r>
              <a:rPr lang="en-US" dirty="0"/>
              <a:t> for the mini-project.</a:t>
            </a:r>
          </a:p>
          <a:p>
            <a:r>
              <a:rPr lang="en-US" dirty="0"/>
              <a:t>A keylogger is an application/tool which records every keystroke on a computer or a device in which it’s currently executing.</a:t>
            </a:r>
          </a:p>
          <a:p>
            <a:r>
              <a:rPr lang="en-US" dirty="0"/>
              <a:t>We have named it “</a:t>
            </a:r>
            <a:r>
              <a:rPr lang="en-US" u="sng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LegalTap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48430905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75FB-F5FF-8749-537E-93143ADB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Keyloggers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B2179-E1FE-DC55-BF44-941869D45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Keyloggers are hard to detect, as well as difficult to prevent.</a:t>
            </a:r>
          </a:p>
          <a:p>
            <a:r>
              <a:rPr lang="en-US" dirty="0"/>
              <a:t>Keyloggers are of different types: </a:t>
            </a:r>
            <a:r>
              <a:rPr lang="en-US" dirty="0">
                <a:solidFill>
                  <a:srgbClr val="FF2F2F"/>
                </a:solidFill>
              </a:rPr>
              <a:t>software keylogger</a:t>
            </a:r>
            <a:r>
              <a:rPr lang="en-US" dirty="0"/>
              <a:t>, </a:t>
            </a:r>
            <a:r>
              <a:rPr lang="en-US" dirty="0">
                <a:solidFill>
                  <a:srgbClr val="FF2F2F"/>
                </a:solidFill>
              </a:rPr>
              <a:t>hardware keylogger</a:t>
            </a:r>
            <a:r>
              <a:rPr lang="en-US" dirty="0"/>
              <a:t>, and </a:t>
            </a:r>
            <a:r>
              <a:rPr lang="en-US" dirty="0">
                <a:solidFill>
                  <a:srgbClr val="FF2F2F"/>
                </a:solidFill>
              </a:rPr>
              <a:t>remote access keylogger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The keylogger’s purpose is actually monitoring &amp; troubleshooting. However, it is used for malicious activities by cybercriminals. Cybercriminals use keyloggers to steal sensitive information, which is later used to launch an actual attack.</a:t>
            </a:r>
          </a:p>
        </p:txBody>
      </p:sp>
    </p:spTree>
    <p:extLst>
      <p:ext uri="{BB962C8B-B14F-4D97-AF65-F5344CB8AC3E}">
        <p14:creationId xmlns:p14="http://schemas.microsoft.com/office/powerpoint/2010/main" val="402676411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D9D0-A71B-5D21-A581-65F7DED0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areas covered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10A0-7A8D-C79F-C0C0-258AF6AE8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Keylogger : spreading and risks.</a:t>
            </a:r>
          </a:p>
          <a:p>
            <a:r>
              <a:rPr lang="en-US" dirty="0"/>
              <a:t>Working and operations.</a:t>
            </a:r>
          </a:p>
          <a:p>
            <a:r>
              <a:rPr lang="en-US" dirty="0"/>
              <a:t>Legal compliance.</a:t>
            </a:r>
          </a:p>
          <a:p>
            <a:r>
              <a:rPr lang="en-US" dirty="0"/>
              <a:t>Administrating a legal keylogger.</a:t>
            </a:r>
          </a:p>
        </p:txBody>
      </p:sp>
    </p:spTree>
    <p:extLst>
      <p:ext uri="{BB962C8B-B14F-4D97-AF65-F5344CB8AC3E}">
        <p14:creationId xmlns:p14="http://schemas.microsoft.com/office/powerpoint/2010/main" val="21823969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C83-9120-FB70-9D41-F144FD43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existing keyloggers work?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127AF-2D7B-436C-A5F2-3D71F08AF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capture keystrokes via </a:t>
            </a:r>
            <a:r>
              <a:rPr lang="en-US" dirty="0">
                <a:solidFill>
                  <a:srgbClr val="FF2F2F"/>
                </a:solidFill>
              </a:rPr>
              <a:t>“event listeners”</a:t>
            </a:r>
            <a:r>
              <a:rPr lang="en-US" dirty="0"/>
              <a:t>, at the operating system level.</a:t>
            </a:r>
          </a:p>
          <a:p>
            <a:r>
              <a:rPr lang="en-US" dirty="0"/>
              <a:t>The captured keystrokes are stored in a log file, which is mostly hidden and can be accessed </a:t>
            </a:r>
            <a:r>
              <a:rPr lang="en-US" dirty="0">
                <a:solidFill>
                  <a:srgbClr val="FF2F2F"/>
                </a:solidFill>
              </a:rPr>
              <a:t>remotely later</a:t>
            </a:r>
            <a:r>
              <a:rPr lang="en-US" dirty="0"/>
              <a:t> or in </a:t>
            </a:r>
            <a:r>
              <a:rPr lang="en-US" dirty="0">
                <a:solidFill>
                  <a:srgbClr val="FF2F2F"/>
                </a:solidFill>
              </a:rPr>
              <a:t>real-time</a:t>
            </a:r>
            <a:r>
              <a:rPr lang="en-US" dirty="0"/>
              <a:t>.</a:t>
            </a:r>
          </a:p>
          <a:p>
            <a:r>
              <a:rPr lang="en-US" dirty="0"/>
              <a:t>They can literally capture any key which is tapped on the keyboard.</a:t>
            </a:r>
          </a:p>
          <a:p>
            <a:r>
              <a:rPr lang="en-US" dirty="0"/>
              <a:t>Some advanced keyloggers are invisible to malware detection systems and the log files will be cleverly disguised to avoid suspicion.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72381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E827-1816-19C8-5960-98A9070C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F98BC-482C-3ECF-524D-26A96BE0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2F2F"/>
                </a:solidFill>
              </a:rPr>
              <a:t>Privacy violations </a:t>
            </a:r>
            <a:r>
              <a:rPr lang="en-US" dirty="0"/>
              <a:t>: unauthorized access to personal data breaches.</a:t>
            </a:r>
          </a:p>
          <a:p>
            <a:r>
              <a:rPr lang="en-US" dirty="0">
                <a:solidFill>
                  <a:srgbClr val="FF2F2F"/>
                </a:solidFill>
              </a:rPr>
              <a:t>Security risk </a:t>
            </a:r>
            <a:r>
              <a:rPr lang="en-US" dirty="0"/>
              <a:t>: stolen credentials lead to identity theft and financial frauds.</a:t>
            </a:r>
          </a:p>
          <a:p>
            <a:r>
              <a:rPr lang="en-US" dirty="0">
                <a:solidFill>
                  <a:srgbClr val="FF2F2F"/>
                </a:solidFill>
              </a:rPr>
              <a:t>Hard to detect </a:t>
            </a:r>
            <a:r>
              <a:rPr lang="en-US" dirty="0"/>
              <a:t>: advanced keyloggers run invisibly, bypassing antivirus programs.</a:t>
            </a:r>
          </a:p>
          <a:p>
            <a:r>
              <a:rPr lang="en-US" dirty="0">
                <a:solidFill>
                  <a:srgbClr val="FF2F2F"/>
                </a:solidFill>
              </a:rPr>
              <a:t>Performance issues </a:t>
            </a:r>
            <a:r>
              <a:rPr lang="en-US" dirty="0"/>
              <a:t>: continuous monitoring may slow down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24381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8BBC-B178-92A4-2905-BECA95FC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A60C-197E-13D2-49D2-7380F0513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GOAL</a:t>
            </a:r>
            <a:r>
              <a:rPr lang="en-US" dirty="0"/>
              <a:t> : develop a secure keylogging application.</a:t>
            </a:r>
          </a:p>
          <a:p>
            <a:r>
              <a:rPr lang="en-US" dirty="0"/>
              <a:t>The keylogger is secure and legalized due to it’s given administrative access. The keylogging is controlled by the administrator of the organization.</a:t>
            </a:r>
          </a:p>
          <a:p>
            <a:r>
              <a:rPr lang="en-US" dirty="0"/>
              <a:t>The log file is </a:t>
            </a:r>
            <a:r>
              <a:rPr lang="en-US" dirty="0">
                <a:solidFill>
                  <a:srgbClr val="FF0000"/>
                </a:solidFill>
              </a:rPr>
              <a:t>encrypted</a:t>
            </a:r>
            <a:r>
              <a:rPr lang="en-US" dirty="0"/>
              <a:t> and can be only accessed by administrator, and only is allowed to view it.</a:t>
            </a:r>
          </a:p>
          <a:p>
            <a:r>
              <a:rPr lang="en-US" dirty="0"/>
              <a:t>The keylogger notifies the user when keylogging has started.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935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B371-CF65-1CFB-87A3-D580558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the 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33B24-D55C-E742-1452-7C2D9700A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2F2F"/>
                </a:solidFill>
              </a:rPr>
              <a:t>Transparency</a:t>
            </a:r>
            <a:r>
              <a:rPr lang="en-US" dirty="0"/>
              <a:t> : employees know when the keylogging is in progress. They can temporarily pause keylogging if feel an urge for some privacy.</a:t>
            </a:r>
          </a:p>
          <a:p>
            <a:r>
              <a:rPr lang="en-US" dirty="0">
                <a:solidFill>
                  <a:srgbClr val="FF2F2F"/>
                </a:solidFill>
              </a:rPr>
              <a:t>Legality</a:t>
            </a:r>
            <a:r>
              <a:rPr lang="en-US" dirty="0"/>
              <a:t> : the proposed keylogger can be deployed without any legal complications.</a:t>
            </a:r>
          </a:p>
          <a:p>
            <a:r>
              <a:rPr lang="en-US" dirty="0">
                <a:solidFill>
                  <a:srgbClr val="FF2F2F"/>
                </a:solidFill>
              </a:rPr>
              <a:t>Optimized for performance</a:t>
            </a:r>
            <a:r>
              <a:rPr lang="en-US" dirty="0"/>
              <a:t> : the keylogger uses minimum system resources, which doesn't affect the performance of the device.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945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320F-0B8D-F6D5-C568-E31E72DE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B542F-2E1C-B023-4ECA-D018DF334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2F2F"/>
                </a:solidFill>
              </a:rPr>
              <a:t>Privacy violations </a:t>
            </a:r>
            <a:r>
              <a:rPr lang="en-US" dirty="0"/>
              <a:t>: unauthorized access to personal data breaches.</a:t>
            </a:r>
          </a:p>
          <a:p>
            <a:r>
              <a:rPr lang="en-US" dirty="0">
                <a:solidFill>
                  <a:srgbClr val="FF2F2F"/>
                </a:solidFill>
              </a:rPr>
              <a:t>Security risk </a:t>
            </a:r>
            <a:r>
              <a:rPr lang="en-US" dirty="0"/>
              <a:t>: stolen credentials lead to identity theft and financial frauds.</a:t>
            </a:r>
          </a:p>
          <a:p>
            <a:r>
              <a:rPr lang="en-US" dirty="0">
                <a:solidFill>
                  <a:srgbClr val="FF2F2F"/>
                </a:solidFill>
              </a:rPr>
              <a:t>Hard to detect </a:t>
            </a:r>
            <a:r>
              <a:rPr lang="en-US" dirty="0"/>
              <a:t>: advanced keyloggers run invisibly, bypassing antivirus programs.</a:t>
            </a:r>
          </a:p>
          <a:p>
            <a:r>
              <a:rPr lang="en-US" dirty="0">
                <a:solidFill>
                  <a:srgbClr val="FF2F2F"/>
                </a:solidFill>
              </a:rPr>
              <a:t>Performance issues </a:t>
            </a:r>
            <a:r>
              <a:rPr lang="en-US" dirty="0"/>
              <a:t>: continuous monitoring may slow down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526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0AA0-4465-5383-F855-70888F65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the 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D190B-9F16-B68D-469C-905F279C5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2F2F"/>
                </a:solidFill>
              </a:rPr>
              <a:t>Transparency</a:t>
            </a:r>
            <a:r>
              <a:rPr lang="en-US" dirty="0"/>
              <a:t> : employees know when the keylogging is in progress. They can temporarily pause keylogging if feel an urge for some privacy.</a:t>
            </a:r>
          </a:p>
          <a:p>
            <a:r>
              <a:rPr lang="en-US" dirty="0">
                <a:solidFill>
                  <a:srgbClr val="FF2F2F"/>
                </a:solidFill>
              </a:rPr>
              <a:t>Legality</a:t>
            </a:r>
            <a:r>
              <a:rPr lang="en-US" dirty="0"/>
              <a:t> : the proposed keylogger can be deployed without any legal complications.</a:t>
            </a:r>
          </a:p>
          <a:p>
            <a:r>
              <a:rPr lang="en-US" dirty="0">
                <a:solidFill>
                  <a:srgbClr val="FF2F2F"/>
                </a:solidFill>
              </a:rPr>
              <a:t>Optimized for performance</a:t>
            </a:r>
            <a:r>
              <a:rPr lang="en-US" dirty="0"/>
              <a:t> : the keylogger uses minimum system resources, which doesn't affect the performance of the device.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093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7719-5722-0C7E-2C8F-7ABF8A2A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on keyloggers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8003-2BA0-0CA8-1A6B-4CF5FFEA9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Studies highlight that keyloggers are a common vector for cyberattacks. They often spread through </a:t>
            </a:r>
            <a:r>
              <a:rPr lang="en-US" dirty="0">
                <a:solidFill>
                  <a:srgbClr val="FF0000"/>
                </a:solidFill>
              </a:rPr>
              <a:t>phishing mails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drive-by downloads </a:t>
            </a:r>
            <a:r>
              <a:rPr lang="en-US" dirty="0"/>
              <a:t>or by </a:t>
            </a:r>
            <a:r>
              <a:rPr lang="en-US" dirty="0">
                <a:solidFill>
                  <a:srgbClr val="FF0000"/>
                </a:solidFill>
              </a:rPr>
              <a:t>exploiting a vulnerability</a:t>
            </a:r>
            <a:r>
              <a:rPr lang="en-US" dirty="0"/>
              <a:t>.</a:t>
            </a:r>
          </a:p>
          <a:p>
            <a:r>
              <a:rPr lang="en-US" dirty="0"/>
              <a:t>Cybersecurity journals discuss methods to detect and block keyloggers using antivirus tools and behavioral analysis.</a:t>
            </a:r>
          </a:p>
          <a:p>
            <a:r>
              <a:rPr lang="en-US" dirty="0"/>
              <a:t>Keyloggers are capable of secretly sending the captured keystrokes to the cybercriminal who devised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34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FE19-CFF6-E9FF-088E-420BE7EA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&amp; ethical perspectives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B6C8-CE3E-C769-4FE5-A31C30C7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Various laws around the world regulate unauthorized keylogging.</a:t>
            </a:r>
          </a:p>
          <a:p>
            <a:r>
              <a:rPr lang="en-US" dirty="0"/>
              <a:t>Ethical dilemmas arise when keyloggers are used for legitimate surveillance.</a:t>
            </a:r>
          </a:p>
          <a:p>
            <a:r>
              <a:rPr lang="en-US" dirty="0"/>
              <a:t>Consent is a big consideration when it comes to legitimate surveillance. Employers may have the right to monitor employee activity on company devices, but this can be subject to controversy.</a:t>
            </a:r>
          </a:p>
          <a:p>
            <a:r>
              <a:rPr lang="en-US" dirty="0"/>
              <a:t>The use of keyloggers should be proportionate to the risk it’s intended to address. If risk is relatively low,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justifying keylogger is an over-statement.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341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98C5-CC7F-E394-9FA6-16E9D5A7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30A80-7818-C3BE-2BE6-9D1021D98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 High level architecture design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2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F5FEC-9C90-A0E3-5699-0C180921B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47252"/>
            <a:ext cx="9905999" cy="5043949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INPUT CAPTURE MODULE</a:t>
            </a:r>
          </a:p>
          <a:p>
            <a:pPr lvl="1"/>
            <a:r>
              <a:rPr lang="en-US" dirty="0"/>
              <a:t>Interfaces with the system’s keyboard drivers to intercept keystrokes.</a:t>
            </a:r>
          </a:p>
          <a:p>
            <a:pPr lvl="1"/>
            <a:r>
              <a:rPr lang="en-US" dirty="0"/>
              <a:t>Works in background without disrupting system processes.</a:t>
            </a:r>
          </a:p>
          <a:p>
            <a:r>
              <a:rPr lang="en-US" dirty="0">
                <a:solidFill>
                  <a:schemeClr val="accent5"/>
                </a:solidFill>
              </a:rPr>
              <a:t>PROCESSING LAYER</a:t>
            </a:r>
          </a:p>
          <a:p>
            <a:pPr lvl="1"/>
            <a:r>
              <a:rPr lang="en-US" dirty="0"/>
              <a:t>Filters, processes, formats raw keystrokes for readability.</a:t>
            </a:r>
          </a:p>
          <a:p>
            <a:pPr lvl="1"/>
            <a:r>
              <a:rPr lang="en-US" dirty="0"/>
              <a:t>Maps special keys like Enter, Shift, Ctrl, and function keys.</a:t>
            </a:r>
          </a:p>
          <a:p>
            <a:r>
              <a:rPr lang="en-US" dirty="0">
                <a:solidFill>
                  <a:schemeClr val="accent5"/>
                </a:solidFill>
              </a:rPr>
              <a:t>DATA STORAGE AND ENCRYPTION</a:t>
            </a:r>
          </a:p>
          <a:p>
            <a:pPr lvl="1"/>
            <a:r>
              <a:rPr lang="en-US" dirty="0"/>
              <a:t>Logs the captured data into a secure file or database.</a:t>
            </a:r>
          </a:p>
          <a:p>
            <a:pPr lvl="1"/>
            <a:r>
              <a:rPr lang="en-US" dirty="0"/>
              <a:t>Uses encryption to prevent unauthorized access to logs.</a:t>
            </a:r>
          </a:p>
        </p:txBody>
      </p:sp>
    </p:spTree>
    <p:extLst>
      <p:ext uri="{BB962C8B-B14F-4D97-AF65-F5344CB8AC3E}">
        <p14:creationId xmlns:p14="http://schemas.microsoft.com/office/powerpoint/2010/main" val="32682442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22FD-31FF-AC9F-B44D-79EB015B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F27E7-EF80-0DE2-CCDB-19536AC72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The software’s working principle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3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6F2F5-3CDC-5313-F649-247E8075F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35742"/>
            <a:ext cx="9905999" cy="4955459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KEYSTROKE CAPTURE ALGORITHM</a:t>
            </a:r>
          </a:p>
          <a:p>
            <a:pPr lvl="1"/>
            <a:r>
              <a:rPr lang="en-US" dirty="0"/>
              <a:t>Detect keystrokes using Pynput in Python.</a:t>
            </a:r>
          </a:p>
          <a:p>
            <a:pPr lvl="1"/>
            <a:r>
              <a:rPr lang="en-US" dirty="0"/>
              <a:t>Detect key press events and log the associated key values.</a:t>
            </a:r>
          </a:p>
          <a:p>
            <a:r>
              <a:rPr lang="en-IN" dirty="0">
                <a:solidFill>
                  <a:schemeClr val="accent5"/>
                </a:solidFill>
              </a:rPr>
              <a:t>SPECIAL KEYS MAPPING</a:t>
            </a:r>
          </a:p>
          <a:p>
            <a:pPr lvl="1"/>
            <a:r>
              <a:rPr lang="en-IN" dirty="0"/>
              <a:t>Identify and replace special keys codes (e.g., 0x0D for Enter, 0x20 for Space) with readable text labels.</a:t>
            </a:r>
          </a:p>
          <a:p>
            <a:r>
              <a:rPr lang="en-IN" dirty="0">
                <a:solidFill>
                  <a:schemeClr val="accent5"/>
                </a:solidFill>
              </a:rPr>
              <a:t>DATA ENCRYPTION ALGORITHMS</a:t>
            </a:r>
          </a:p>
          <a:p>
            <a:pPr lvl="1"/>
            <a:r>
              <a:rPr lang="en-IN" dirty="0"/>
              <a:t>Encrypt logs using AES</a:t>
            </a:r>
          </a:p>
          <a:p>
            <a:pPr lvl="1"/>
            <a:r>
              <a:rPr lang="en-IN" dirty="0"/>
              <a:t>Ensure secure storage and transmission of logs.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547015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9EF7-ADE5-5AD5-3088-3283316D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their descriptions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30FE-3733-91E3-8C95-E206B077B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Basic information about the modules used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6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FF25-967B-4C81-F909-4EC4E797E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35742"/>
            <a:ext cx="9905999" cy="495545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KEY CAPTURE MODULE</a:t>
            </a:r>
          </a:p>
          <a:p>
            <a:pPr lvl="1"/>
            <a:r>
              <a:rPr lang="en-US" dirty="0"/>
              <a:t>Binds with the physical keyboard to capture keystrokes.</a:t>
            </a:r>
          </a:p>
          <a:p>
            <a:pPr lvl="1"/>
            <a:r>
              <a:rPr lang="en-US" dirty="0"/>
              <a:t>Captures all keystrokes in real-time.</a:t>
            </a:r>
          </a:p>
          <a:p>
            <a:r>
              <a:rPr lang="en-IN" dirty="0">
                <a:solidFill>
                  <a:schemeClr val="accent5"/>
                </a:solidFill>
              </a:rPr>
              <a:t>LOG FORMATTER MODULE</a:t>
            </a:r>
          </a:p>
          <a:p>
            <a:pPr lvl="1"/>
            <a:r>
              <a:rPr lang="en-IN" dirty="0"/>
              <a:t>Converts raw keystrokes into human-readable format.</a:t>
            </a:r>
          </a:p>
          <a:p>
            <a:pPr lvl="1"/>
            <a:r>
              <a:rPr lang="en-IN" dirty="0"/>
              <a:t>Handles newline character, tab spacing and backspace corrections.</a:t>
            </a:r>
          </a:p>
          <a:p>
            <a:r>
              <a:rPr lang="en-IN" dirty="0">
                <a:solidFill>
                  <a:schemeClr val="accent5"/>
                </a:solidFill>
              </a:rPr>
              <a:t>STORAGE MODULE</a:t>
            </a:r>
          </a:p>
          <a:p>
            <a:pPr lvl="1"/>
            <a:r>
              <a:rPr lang="en-IN" dirty="0"/>
              <a:t>Save formatted logs to secure file.</a:t>
            </a:r>
          </a:p>
          <a:p>
            <a:pPr lvl="1"/>
            <a:r>
              <a:rPr lang="en-IN" dirty="0"/>
              <a:t>Implements encryption for added security.</a:t>
            </a:r>
          </a:p>
          <a:p>
            <a:r>
              <a:rPr lang="en-IN" dirty="0">
                <a:solidFill>
                  <a:schemeClr val="accent5"/>
                </a:solidFill>
              </a:rPr>
              <a:t>USER INTERFACE MODULE (ADMINISTRATOR ONLY)</a:t>
            </a:r>
          </a:p>
          <a:p>
            <a:pPr lvl="1"/>
            <a:r>
              <a:rPr lang="en-IN" dirty="0"/>
              <a:t>Provides dashboard for configuring settings, viewing logs, and enabling/disabling the keylogger.</a:t>
            </a:r>
          </a:p>
        </p:txBody>
      </p:sp>
    </p:spTree>
    <p:extLst>
      <p:ext uri="{BB962C8B-B14F-4D97-AF65-F5344CB8AC3E}">
        <p14:creationId xmlns:p14="http://schemas.microsoft.com/office/powerpoint/2010/main" val="151930244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F861-884D-3E60-65F3-76D0656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Functioning of the modules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74B48-1384-0E45-F379-04FC1A7E2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Details about the modules used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26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025E-B781-27A4-04F2-6C6AD5BC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Keystroke capture module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67FE8-CE1E-27AB-D3CF-83C28D8F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keystroke capture module is the module which implements the keylogging feature.</a:t>
            </a:r>
          </a:p>
          <a:p>
            <a:r>
              <a:rPr lang="en-US" dirty="0"/>
              <a:t>It captures the keystrokes and sends them the log formatter module.</a:t>
            </a:r>
          </a:p>
          <a:p>
            <a:r>
              <a:rPr lang="en-US" dirty="0"/>
              <a:t>It captures the keystrokes in the form of characters and sends them one-by-one.</a:t>
            </a:r>
          </a:p>
          <a:p>
            <a:r>
              <a:rPr lang="en-US" dirty="0"/>
              <a:t>It will keep capturing keystrokes until the software exits.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689846"/>
      </p:ext>
    </p:extLst>
  </p:cSld>
  <p:clrMapOvr>
    <a:masterClrMapping/>
  </p:clrMapOvr>
  <p:transition spd="slow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E227-B2B8-028F-94C5-39188728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Log formatter module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7E54-A4FE-28A4-5081-874CFC3A4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 formatter module is the module which stores the keystrokes in a log file.</a:t>
            </a:r>
          </a:p>
          <a:p>
            <a:r>
              <a:rPr lang="en-US" dirty="0"/>
              <a:t>This module takes input from keystroke capture module, and converts it into a string form and sent to storage module.</a:t>
            </a:r>
          </a:p>
          <a:p>
            <a:r>
              <a:rPr lang="en-US" dirty="0"/>
              <a:t>Other special keys like Shift, Ctrl, Alt are modified accordingly.</a:t>
            </a:r>
          </a:p>
          <a:p>
            <a:r>
              <a:rPr lang="en-US" dirty="0"/>
              <a:t>The Tab key, Scroll lock, Num lock will be ignored. The Function keys, Navigation keys and keys with alternate functions will be logged accordingly.</a:t>
            </a:r>
          </a:p>
        </p:txBody>
      </p:sp>
    </p:spTree>
    <p:extLst>
      <p:ext uri="{BB962C8B-B14F-4D97-AF65-F5344CB8AC3E}">
        <p14:creationId xmlns:p14="http://schemas.microsoft.com/office/powerpoint/2010/main" val="2840566167"/>
      </p:ext>
    </p:extLst>
  </p:cSld>
  <p:clrMapOvr>
    <a:masterClrMapping/>
  </p:clrMapOvr>
  <p:transition spd="slow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46A0-F701-3F48-24AD-1524C14C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Storage module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35E88-1CA8-70FF-6AF5-A8DE73A4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storage module is the module which creates the log file and stores the keystrokes in it.</a:t>
            </a:r>
          </a:p>
          <a:p>
            <a:r>
              <a:rPr lang="en-US" dirty="0"/>
              <a:t>This module writes the keystrokes in the log file after encrypting them.</a:t>
            </a:r>
          </a:p>
          <a:p>
            <a:r>
              <a:rPr lang="en-US" dirty="0"/>
              <a:t>Then the log file is also encrypted at the end.</a:t>
            </a:r>
          </a:p>
        </p:txBody>
      </p:sp>
    </p:spTree>
    <p:extLst>
      <p:ext uri="{BB962C8B-B14F-4D97-AF65-F5344CB8AC3E}">
        <p14:creationId xmlns:p14="http://schemas.microsoft.com/office/powerpoint/2010/main" val="3192485286"/>
      </p:ext>
    </p:extLst>
  </p:cSld>
  <p:clrMapOvr>
    <a:masterClrMapping/>
  </p:clrMapOvr>
  <p:transition spd="slow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A075-EA1B-8CF7-4B11-7FE610BA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User interface module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1064-7AE5-A56A-F38A-C869A158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exclusive part of the software which can only be accessed by the administrator of the company’s network administrator.</a:t>
            </a:r>
          </a:p>
          <a:p>
            <a:r>
              <a:rPr lang="en-US" dirty="0"/>
              <a:t>The administrator is the only one who can configure the keylogger, view logs, enable or disable the keylogger.</a:t>
            </a:r>
          </a:p>
          <a:p>
            <a:r>
              <a:rPr lang="en-US" dirty="0"/>
              <a:t>The administrator is solely responsible for the functioning of the keylogger. The admin has the credentials to control the keylogger.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262525"/>
      </p:ext>
    </p:extLst>
  </p:cSld>
  <p:clrMapOvr>
    <a:masterClrMapping/>
  </p:clrMapOvr>
  <p:transition spd="slow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C306D-9912-0736-0F9F-4CDACCAE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B9DF4E-C6C4-F3BA-451E-734B4780A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778" b="6885"/>
          <a:stretch/>
        </p:blipFill>
        <p:spPr>
          <a:xfrm>
            <a:off x="1141413" y="2251587"/>
            <a:ext cx="5077813" cy="24089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D0E3D-3880-BFD4-0144-826F3495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78" b="6885"/>
          <a:stretch/>
        </p:blipFill>
        <p:spPr>
          <a:xfrm>
            <a:off x="6339557" y="2251587"/>
            <a:ext cx="5077813" cy="240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57463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6CD5-4846-F91B-5A9C-ADB0A76B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continued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11BFBA-DF60-9449-B16C-849AB11E2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92" b="4944"/>
          <a:stretch/>
        </p:blipFill>
        <p:spPr>
          <a:xfrm>
            <a:off x="1141413" y="2290916"/>
            <a:ext cx="4898010" cy="237940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1CD650-AF55-64FD-7B31-568515886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2" b="4944"/>
          <a:stretch/>
        </p:blipFill>
        <p:spPr>
          <a:xfrm>
            <a:off x="6152579" y="2290916"/>
            <a:ext cx="4898010" cy="237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8793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339</TotalTime>
  <Words>1181</Words>
  <Application>Microsoft Office PowerPoint</Application>
  <PresentationFormat>Widescreen</PresentationFormat>
  <Paragraphs>110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Tw Cen MT</vt:lpstr>
      <vt:lpstr>Circuit</vt:lpstr>
      <vt:lpstr>Legaltap mini project: final review</vt:lpstr>
      <vt:lpstr>About the project</vt:lpstr>
      <vt:lpstr>Overview of Keyloggers</vt:lpstr>
      <vt:lpstr>Key areas covered</vt:lpstr>
      <vt:lpstr>How existing keyloggers work?</vt:lpstr>
      <vt:lpstr>Disadvantages of existing system</vt:lpstr>
      <vt:lpstr>Proposed system</vt:lpstr>
      <vt:lpstr>Advantages of the proposed system</vt:lpstr>
      <vt:lpstr>Disadvantages of existing system</vt:lpstr>
      <vt:lpstr>Advantages of the proposed system</vt:lpstr>
      <vt:lpstr>Research on keyloggers </vt:lpstr>
      <vt:lpstr>Legal &amp; ethical perspectives</vt:lpstr>
      <vt:lpstr>architecture</vt:lpstr>
      <vt:lpstr>PowerPoint Presentation</vt:lpstr>
      <vt:lpstr>algorithms</vt:lpstr>
      <vt:lpstr>PowerPoint Presentation</vt:lpstr>
      <vt:lpstr>Modules and their descriptions</vt:lpstr>
      <vt:lpstr>PowerPoint Presentation</vt:lpstr>
      <vt:lpstr>Functioning of the modules</vt:lpstr>
      <vt:lpstr>Keystroke capture module</vt:lpstr>
      <vt:lpstr>Log formatter module</vt:lpstr>
      <vt:lpstr>Storage module</vt:lpstr>
      <vt:lpstr>User interface module</vt:lpstr>
      <vt:lpstr>Execution screenshots</vt:lpstr>
      <vt:lpstr>Execution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Devendran</dc:creator>
  <cp:lastModifiedBy>Vignesh Devendran</cp:lastModifiedBy>
  <cp:revision>80</cp:revision>
  <dcterms:created xsi:type="dcterms:W3CDTF">2024-11-20T08:15:21Z</dcterms:created>
  <dcterms:modified xsi:type="dcterms:W3CDTF">2025-01-31T05:29:29Z</dcterms:modified>
</cp:coreProperties>
</file>