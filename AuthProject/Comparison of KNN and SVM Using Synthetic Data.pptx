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8" r:id="rId2"/>
    <p:sldId id="275" r:id="rId3"/>
    <p:sldId id="277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>
      <p:cViewPr varScale="1">
        <p:scale>
          <a:sx n="68" d="100"/>
          <a:sy n="68" d="100"/>
        </p:scale>
        <p:origin x="77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2055" y="1007536"/>
            <a:ext cx="8683625" cy="2421464"/>
          </a:xfrm>
        </p:spPr>
        <p:txBody>
          <a:bodyPr/>
          <a:lstStyle/>
          <a:p>
            <a:pPr algn="ctr"/>
            <a:r>
              <a:rPr lang="en-US" dirty="0"/>
              <a:t>Comparison of KNN and SVM Using Synthetic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5834" y="4923246"/>
            <a:ext cx="8683625" cy="73284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de-DE" sz="2000" dirty="0"/>
              <a:t>Akhila Thammenenwar</a:t>
            </a:r>
          </a:p>
          <a:p>
            <a:pPr algn="l"/>
            <a:r>
              <a:rPr lang="de-DE" sz="2000" dirty="0"/>
              <a:t>G37(AI &amp; ML)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8200-0985-4DED-A84B-D6ADED92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56" y="742890"/>
            <a:ext cx="10840914" cy="126000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Aim /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8A47E-9D4A-4D70-B23A-B0AC3757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556" y="2193510"/>
            <a:ext cx="10840914" cy="3921600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To implement KNN algorithm from scratch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To implement SVM algorithm from scratch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To compare the performance of KNN and SVM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To use synthetic (randomly generated) data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62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CC4D-ABBA-6747-180D-C5D1E7580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187" y="-1020351"/>
            <a:ext cx="8683625" cy="2421464"/>
          </a:xfrm>
        </p:spPr>
        <p:txBody>
          <a:bodyPr/>
          <a:lstStyle/>
          <a:p>
            <a:pPr algn="ctr"/>
            <a:r>
              <a:rPr lang="en-IN" dirty="0"/>
              <a:t>DATASET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B2A50-67BF-3872-B9F5-5B973B768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4187" y="1401113"/>
            <a:ext cx="8683625" cy="5637859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/>
              <a:t>Dataset Description</a:t>
            </a:r>
            <a:endParaRPr lang="en-US" sz="2600" dirty="0"/>
          </a:p>
          <a:p>
            <a:pPr algn="l"/>
            <a:r>
              <a:rPr lang="en-US" sz="2100" dirty="0"/>
              <a:t>Synthetic dataset was generated using random values</a:t>
            </a:r>
          </a:p>
          <a:p>
            <a:pPr algn="l"/>
            <a:r>
              <a:rPr lang="en-US" sz="2100" dirty="0"/>
              <a:t>Dataset contains two classes</a:t>
            </a:r>
          </a:p>
          <a:p>
            <a:pPr lvl="1" algn="l"/>
            <a:r>
              <a:rPr lang="en-US" sz="2100" dirty="0"/>
              <a:t>Class 0</a:t>
            </a:r>
          </a:p>
          <a:p>
            <a:pPr lvl="1" algn="l"/>
            <a:r>
              <a:rPr lang="en-US" sz="2100" dirty="0"/>
              <a:t>Class 1</a:t>
            </a:r>
          </a:p>
          <a:p>
            <a:pPr algn="l"/>
            <a:r>
              <a:rPr lang="en-US" sz="2100" dirty="0"/>
              <a:t>Each data point has two features</a:t>
            </a:r>
          </a:p>
          <a:p>
            <a:pPr algn="l"/>
            <a:r>
              <a:rPr lang="en-US" sz="2100" dirty="0"/>
              <a:t>Data is divided into:</a:t>
            </a:r>
          </a:p>
          <a:p>
            <a:pPr lvl="1" algn="l"/>
            <a:r>
              <a:rPr lang="en-US" sz="2100" dirty="0"/>
              <a:t>80% Training data</a:t>
            </a:r>
          </a:p>
          <a:p>
            <a:pPr lvl="1" algn="l"/>
            <a:r>
              <a:rPr lang="en-US" sz="2100" dirty="0"/>
              <a:t>20% Testing data</a:t>
            </a:r>
          </a:p>
          <a:p>
            <a:pPr algn="l"/>
            <a:r>
              <a:rPr lang="en-US" sz="2100" dirty="0"/>
              <a:t>No real-world dataset was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48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25CB-1996-FC0A-3DEB-3F1FC2E78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187" y="-534928"/>
            <a:ext cx="8683625" cy="2421464"/>
          </a:xfrm>
        </p:spPr>
        <p:txBody>
          <a:bodyPr/>
          <a:lstStyle/>
          <a:p>
            <a:pPr algn="ctr"/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AC6B2E-D597-55BF-1138-7B12701375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0533" y="2415257"/>
            <a:ext cx="104118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data was created using 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algorithm was implemented from scratch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algorithm was implemented from scratch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machine learning libraries like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sklearn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used for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uses distance-based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uses margin-based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8330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8A27-ADDE-9832-13E7-829C8FE6A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187" y="-580083"/>
            <a:ext cx="8683625" cy="2421464"/>
          </a:xfrm>
        </p:spPr>
        <p:txBody>
          <a:bodyPr/>
          <a:lstStyle/>
          <a:p>
            <a:pPr algn="ctr"/>
            <a:r>
              <a:rPr lang="en-IN" dirty="0"/>
              <a:t>Result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AD947-5605-D9AF-D4CF-9255083C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2122312"/>
            <a:ext cx="5832122" cy="4594577"/>
          </a:xfrm>
        </p:spPr>
        <p:txBody>
          <a:bodyPr>
            <a:normAutofit/>
          </a:bodyPr>
          <a:lstStyle/>
          <a:p>
            <a:pPr algn="l"/>
            <a:endParaRPr lang="en-IN" sz="2400" dirty="0"/>
          </a:p>
          <a:p>
            <a:pPr algn="l"/>
            <a:r>
              <a:rPr lang="en-IN" sz="2400" dirty="0"/>
              <a:t>Comparison table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713194-C7B6-C83B-1DB7-2149BB82C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129" y="2310220"/>
            <a:ext cx="5184326" cy="39216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AFC54-136F-3A41-9711-7C53FA43D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44785"/>
              </p:ext>
            </p:extLst>
          </p:nvPr>
        </p:nvGraphicFramePr>
        <p:xfrm>
          <a:off x="685801" y="3417729"/>
          <a:ext cx="4879620" cy="1097280"/>
        </p:xfrm>
        <a:graphic>
          <a:graphicData uri="http://schemas.openxmlformats.org/drawingml/2006/table">
            <a:tbl>
              <a:tblPr/>
              <a:tblGrid>
                <a:gridCol w="1219905">
                  <a:extLst>
                    <a:ext uri="{9D8B030D-6E8A-4147-A177-3AD203B41FA5}">
                      <a16:colId xmlns:a16="http://schemas.microsoft.com/office/drawing/2014/main" val="3907680900"/>
                    </a:ext>
                  </a:extLst>
                </a:gridCol>
                <a:gridCol w="1219905">
                  <a:extLst>
                    <a:ext uri="{9D8B030D-6E8A-4147-A177-3AD203B41FA5}">
                      <a16:colId xmlns:a16="http://schemas.microsoft.com/office/drawing/2014/main" val="2269555736"/>
                    </a:ext>
                  </a:extLst>
                </a:gridCol>
                <a:gridCol w="1219905">
                  <a:extLst>
                    <a:ext uri="{9D8B030D-6E8A-4147-A177-3AD203B41FA5}">
                      <a16:colId xmlns:a16="http://schemas.microsoft.com/office/drawing/2014/main" val="1962012376"/>
                    </a:ext>
                  </a:extLst>
                </a:gridCol>
                <a:gridCol w="1219905">
                  <a:extLst>
                    <a:ext uri="{9D8B030D-6E8A-4147-A177-3AD203B41FA5}">
                      <a16:colId xmlns:a16="http://schemas.microsoft.com/office/drawing/2014/main" val="17911091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8331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9679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3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12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FC2B-C221-365F-8159-2E4C44A2C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2044" y="-101600"/>
            <a:ext cx="8683625" cy="2421464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6A796-E53A-AC63-3958-23CA3BAC4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2044" y="2844800"/>
            <a:ext cx="9478081" cy="272097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Both KNN and SVM work well on synthetic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SVM gives better performance compared to KNN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KNN performance depends on the value of 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SVM performs better because it finds a better separating boundary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678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win32_fixed.potx" id="{BC2F7F5B-4979-4A54-84D5-4000EC3D9661}" vid="{81E89C45-4B49-4C30-91F6-68DD81BA82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29</TotalTime>
  <Words>178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Corbel</vt:lpstr>
      <vt:lpstr>Celestial</vt:lpstr>
      <vt:lpstr>Comparison of KNN and SVM Using Synthetic Data</vt:lpstr>
      <vt:lpstr>Aim / objective</vt:lpstr>
      <vt:lpstr>DATASET USED</vt:lpstr>
      <vt:lpstr>METHODOLOGY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Thammenenwar</dc:creator>
  <cp:lastModifiedBy>Akhila Thammenenwar</cp:lastModifiedBy>
  <cp:revision>2</cp:revision>
  <dcterms:created xsi:type="dcterms:W3CDTF">2026-01-03T16:47:29Z</dcterms:created>
  <dcterms:modified xsi:type="dcterms:W3CDTF">2026-01-03T17:17:24Z</dcterms:modified>
</cp:coreProperties>
</file>